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41" autoAdjust="0"/>
  </p:normalViewPr>
  <p:slideViewPr>
    <p:cSldViewPr snapToGrid="0" snapToObjects="1">
      <p:cViewPr>
        <p:scale>
          <a:sx n="100" d="100"/>
          <a:sy n="100" d="100"/>
        </p:scale>
        <p:origin x="87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>
        <a:shade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shade val="80000"/>
      </a:schemeClr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tint val="99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tint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6DD5C-913E-4AE7-800F-28170D83A84D}" type="doc">
      <dgm:prSet loTypeId="urn:microsoft.com/office/officeart/2005/8/layout/process4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CC17E0A8-0789-4964-A015-9DD2E4E27E0F}">
      <dgm:prSet custT="1"/>
      <dgm:spPr/>
      <dgm:t>
        <a:bodyPr/>
        <a:lstStyle/>
        <a:p>
          <a:pPr>
            <a:buNone/>
          </a:pPr>
          <a:r>
            <a:rPr lang="en-IN" sz="1400" b="1" dirty="0"/>
            <a:t>Local STT Inference</a:t>
          </a:r>
          <a:endParaRPr lang="en-IN" sz="1400" dirty="0"/>
        </a:p>
      </dgm:t>
    </dgm:pt>
    <dgm:pt modelId="{BC4FC4C8-4894-46DB-A5ED-2EE0DCA99AD1}" type="parTrans" cxnId="{90A83C50-2E46-40BE-97CF-7265F057E1FF}">
      <dgm:prSet/>
      <dgm:spPr/>
      <dgm:t>
        <a:bodyPr/>
        <a:lstStyle/>
        <a:p>
          <a:endParaRPr lang="en-IN"/>
        </a:p>
      </dgm:t>
    </dgm:pt>
    <dgm:pt modelId="{4737FE14-D5C6-42E3-BA6F-A812C70867A9}" type="sibTrans" cxnId="{90A83C50-2E46-40BE-97CF-7265F057E1FF}">
      <dgm:prSet/>
      <dgm:spPr/>
      <dgm:t>
        <a:bodyPr/>
        <a:lstStyle/>
        <a:p>
          <a:endParaRPr lang="en-IN"/>
        </a:p>
      </dgm:t>
    </dgm:pt>
    <dgm:pt modelId="{0E124F22-B98A-4733-94B2-B4BBA8DB208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 err="1"/>
            <a:t>IndicConformer</a:t>
          </a:r>
          <a:r>
            <a:rPr lang="en-IN" sz="900" b="1" dirty="0"/>
            <a:t> STT</a:t>
          </a:r>
        </a:p>
      </dgm:t>
    </dgm:pt>
    <dgm:pt modelId="{665A5EBA-F875-4BBB-999F-CD5FC90E8CFF}" type="parTrans" cxnId="{12257FD7-A21D-4D6C-B9F4-43F361668B72}">
      <dgm:prSet/>
      <dgm:spPr/>
      <dgm:t>
        <a:bodyPr/>
        <a:lstStyle/>
        <a:p>
          <a:endParaRPr lang="en-IN"/>
        </a:p>
      </dgm:t>
    </dgm:pt>
    <dgm:pt modelId="{414AD853-E56A-4E17-85B3-38AC830419D0}" type="sibTrans" cxnId="{12257FD7-A21D-4D6C-B9F4-43F361668B72}">
      <dgm:prSet/>
      <dgm:spPr/>
      <dgm:t>
        <a:bodyPr/>
        <a:lstStyle/>
        <a:p>
          <a:endParaRPr lang="en-IN"/>
        </a:p>
      </dgm:t>
    </dgm:pt>
    <dgm:pt modelId="{3B10CE05-A16C-48FE-8075-69F444EF9C4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dirty="0"/>
            <a:t>speech to text locally</a:t>
          </a:r>
        </a:p>
      </dgm:t>
    </dgm:pt>
    <dgm:pt modelId="{424DBBAB-D76E-4028-AECE-AC550351ECE7}" type="parTrans" cxnId="{45FCC504-0F7B-4148-8466-37019E02503D}">
      <dgm:prSet/>
      <dgm:spPr/>
      <dgm:t>
        <a:bodyPr/>
        <a:lstStyle/>
        <a:p>
          <a:endParaRPr lang="en-IN"/>
        </a:p>
      </dgm:t>
    </dgm:pt>
    <dgm:pt modelId="{1E13110C-9F7C-434D-A381-67A9851A1405}" type="sibTrans" cxnId="{45FCC504-0F7B-4148-8466-37019E02503D}">
      <dgm:prSet/>
      <dgm:spPr/>
      <dgm:t>
        <a:bodyPr/>
        <a:lstStyle/>
        <a:p>
          <a:endParaRPr lang="en-IN"/>
        </a:p>
      </dgm:t>
    </dgm:pt>
    <dgm:pt modelId="{3200F1DA-F1DD-446C-A6B8-E1B6C259554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dirty="0"/>
            <a:t>Text Output</a:t>
          </a:r>
        </a:p>
      </dgm:t>
    </dgm:pt>
    <dgm:pt modelId="{0A22991D-B22B-4F3E-8A35-6E1E050438E7}" type="parTrans" cxnId="{6BFAE8EF-B082-43E3-931A-60AF63A0A65B}">
      <dgm:prSet/>
      <dgm:spPr/>
      <dgm:t>
        <a:bodyPr/>
        <a:lstStyle/>
        <a:p>
          <a:endParaRPr lang="en-IN"/>
        </a:p>
      </dgm:t>
    </dgm:pt>
    <dgm:pt modelId="{08EA4444-5D23-44BE-A87A-3174F3AB3A93}" type="sibTrans" cxnId="{6BFAE8EF-B082-43E3-931A-60AF63A0A65B}">
      <dgm:prSet/>
      <dgm:spPr/>
      <dgm:t>
        <a:bodyPr/>
        <a:lstStyle/>
        <a:p>
          <a:endParaRPr lang="en-IN"/>
        </a:p>
      </dgm:t>
    </dgm:pt>
    <dgm:pt modelId="{72808AE0-982D-4EAE-BEAC-59A5604D2CF4}">
      <dgm:prSet custT="1"/>
      <dgm:spPr/>
      <dgm:t>
        <a:bodyPr/>
        <a:lstStyle/>
        <a:p>
          <a:pPr>
            <a:buNone/>
          </a:pPr>
          <a:r>
            <a:rPr lang="en-IN" sz="1400" b="1" dirty="0"/>
            <a:t>P2P Transport and Failover</a:t>
          </a:r>
          <a:endParaRPr lang="en-IN" sz="1400" dirty="0"/>
        </a:p>
      </dgm:t>
    </dgm:pt>
    <dgm:pt modelId="{45A41023-C397-47B3-BD50-9E1F79C95A8A}" type="parTrans" cxnId="{18C86223-ED41-45CC-8DDC-A3B652EC6A2F}">
      <dgm:prSet/>
      <dgm:spPr/>
      <dgm:t>
        <a:bodyPr/>
        <a:lstStyle/>
        <a:p>
          <a:endParaRPr lang="en-IN"/>
        </a:p>
      </dgm:t>
    </dgm:pt>
    <dgm:pt modelId="{2B4A6AE8-F4CC-4D7E-AE16-1304D2E72F8C}" type="sibTrans" cxnId="{18C86223-ED41-45CC-8DDC-A3B652EC6A2F}">
      <dgm:prSet/>
      <dgm:spPr/>
      <dgm:t>
        <a:bodyPr/>
        <a:lstStyle/>
        <a:p>
          <a:endParaRPr lang="en-IN"/>
        </a:p>
      </dgm:t>
    </dgm:pt>
    <dgm:pt modelId="{D72C92E4-D05B-4BBD-A67C-350BA434B7D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800" b="1" dirty="0" err="1"/>
            <a:t>ProtoBuf</a:t>
          </a:r>
          <a:endParaRPr lang="en-IN" sz="800" b="1" dirty="0"/>
        </a:p>
      </dgm:t>
    </dgm:pt>
    <dgm:pt modelId="{323636CC-5148-4BF0-BC39-FF3F1E3A4487}" type="parTrans" cxnId="{AC0B82B7-4AC3-4586-AE2B-FAE2FA6414CE}">
      <dgm:prSet/>
      <dgm:spPr/>
      <dgm:t>
        <a:bodyPr/>
        <a:lstStyle/>
        <a:p>
          <a:endParaRPr lang="en-IN"/>
        </a:p>
      </dgm:t>
    </dgm:pt>
    <dgm:pt modelId="{D5CE3FC3-0769-4DA8-BD60-F7CD02AF1723}" type="sibTrans" cxnId="{AC0B82B7-4AC3-4586-AE2B-FAE2FA6414CE}">
      <dgm:prSet/>
      <dgm:spPr/>
      <dgm:t>
        <a:bodyPr/>
        <a:lstStyle/>
        <a:p>
          <a:endParaRPr lang="en-IN"/>
        </a:p>
      </dgm:t>
    </dgm:pt>
    <dgm:pt modelId="{08268643-C628-4230-BC4A-D500E1F0BF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dirty="0"/>
            <a:t>Send via </a:t>
          </a:r>
          <a:r>
            <a:rPr lang="en-IN" sz="800" b="1" dirty="0"/>
            <a:t>Wi-Fi Direct</a:t>
          </a:r>
        </a:p>
      </dgm:t>
    </dgm:pt>
    <dgm:pt modelId="{41B6471C-4967-4FAF-8BD8-45EFE1D296A5}" type="parTrans" cxnId="{9C2E839B-F5CE-4084-A673-19EE0A427A7D}">
      <dgm:prSet/>
      <dgm:spPr/>
      <dgm:t>
        <a:bodyPr/>
        <a:lstStyle/>
        <a:p>
          <a:endParaRPr lang="en-IN"/>
        </a:p>
      </dgm:t>
    </dgm:pt>
    <dgm:pt modelId="{5E51B62C-C0C1-4F0E-80B9-678E43C84473}" type="sibTrans" cxnId="{9C2E839B-F5CE-4084-A673-19EE0A427A7D}">
      <dgm:prSet/>
      <dgm:spPr/>
      <dgm:t>
        <a:bodyPr/>
        <a:lstStyle/>
        <a:p>
          <a:endParaRPr lang="en-IN"/>
        </a:p>
      </dgm:t>
    </dgm:pt>
    <dgm:pt modelId="{B04CD272-8C5C-49B2-986E-95F3740BE16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dirty="0"/>
            <a:t>Fallback (</a:t>
          </a:r>
          <a:r>
            <a:rPr lang="en-IN" sz="800" b="1" dirty="0"/>
            <a:t>Bluetooth RFCOMM)</a:t>
          </a:r>
        </a:p>
      </dgm:t>
    </dgm:pt>
    <dgm:pt modelId="{E5B401ED-A3F0-4249-AF57-2FCFB0A0529E}" type="parTrans" cxnId="{34D1295A-7D6A-42DD-B767-6A7399F3DDB6}">
      <dgm:prSet/>
      <dgm:spPr/>
      <dgm:t>
        <a:bodyPr/>
        <a:lstStyle/>
        <a:p>
          <a:endParaRPr lang="en-IN"/>
        </a:p>
      </dgm:t>
    </dgm:pt>
    <dgm:pt modelId="{6D6C924E-7205-4B35-A7A1-18AF15562D05}" type="sibTrans" cxnId="{34D1295A-7D6A-42DD-B767-6A7399F3DDB6}">
      <dgm:prSet/>
      <dgm:spPr/>
      <dgm:t>
        <a:bodyPr/>
        <a:lstStyle/>
        <a:p>
          <a:endParaRPr lang="en-IN"/>
        </a:p>
      </dgm:t>
    </dgm:pt>
    <dgm:pt modelId="{649CBA68-1E90-417E-A4A7-D98A8BA252AB}">
      <dgm:prSet custT="1"/>
      <dgm:spPr/>
      <dgm:t>
        <a:bodyPr/>
        <a:lstStyle/>
        <a:p>
          <a:pPr>
            <a:buNone/>
          </a:pPr>
          <a:r>
            <a:rPr lang="en-IN" sz="1400" b="1" dirty="0"/>
            <a:t>Socket Reception and Dispatch</a:t>
          </a:r>
          <a:endParaRPr lang="en-IN" sz="1400" dirty="0"/>
        </a:p>
      </dgm:t>
    </dgm:pt>
    <dgm:pt modelId="{7C323ECB-E06B-4664-B1FC-4C6F343CAB09}" type="parTrans" cxnId="{27E7E179-BA86-4E7E-B2F9-0703CD5C39CA}">
      <dgm:prSet/>
      <dgm:spPr/>
      <dgm:t>
        <a:bodyPr/>
        <a:lstStyle/>
        <a:p>
          <a:endParaRPr lang="en-IN"/>
        </a:p>
      </dgm:t>
    </dgm:pt>
    <dgm:pt modelId="{CE550D9D-C1FD-43AC-97E8-8589C60A8520}" type="sibTrans" cxnId="{27E7E179-BA86-4E7E-B2F9-0703CD5C39CA}">
      <dgm:prSet/>
      <dgm:spPr/>
      <dgm:t>
        <a:bodyPr/>
        <a:lstStyle/>
        <a:p>
          <a:endParaRPr lang="en-IN"/>
        </a:p>
      </dgm:t>
    </dgm:pt>
    <dgm:pt modelId="{59061B12-C494-4088-9B7D-F23934C172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dirty="0"/>
            <a:t>Receive and parse message</a:t>
          </a:r>
        </a:p>
      </dgm:t>
    </dgm:pt>
    <dgm:pt modelId="{F6E83A49-6635-4484-AE95-426E7F3F8685}" type="parTrans" cxnId="{05467C92-A080-463B-94C9-BF954A1BDD59}">
      <dgm:prSet/>
      <dgm:spPr/>
      <dgm:t>
        <a:bodyPr/>
        <a:lstStyle/>
        <a:p>
          <a:endParaRPr lang="en-IN"/>
        </a:p>
      </dgm:t>
    </dgm:pt>
    <dgm:pt modelId="{E1A3A809-8BF1-4004-8A27-ADBE97801493}" type="sibTrans" cxnId="{05467C92-A080-463B-94C9-BF954A1BDD59}">
      <dgm:prSet/>
      <dgm:spPr/>
      <dgm:t>
        <a:bodyPr/>
        <a:lstStyle/>
        <a:p>
          <a:endParaRPr lang="en-IN"/>
        </a:p>
      </dgm:t>
    </dgm:pt>
    <dgm:pt modelId="{3705B3DA-DA3C-406F-AEA8-BCC035502D3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Dispatch to TTS module</a:t>
          </a:r>
        </a:p>
      </dgm:t>
    </dgm:pt>
    <dgm:pt modelId="{2ABAE7C9-E5A9-4AED-8581-071FE1A03F15}" type="parTrans" cxnId="{8DDD6E71-EE7E-422A-9A77-C6BD7C3A6249}">
      <dgm:prSet/>
      <dgm:spPr/>
      <dgm:t>
        <a:bodyPr/>
        <a:lstStyle/>
        <a:p>
          <a:endParaRPr lang="en-IN"/>
        </a:p>
      </dgm:t>
    </dgm:pt>
    <dgm:pt modelId="{37BB80C3-D94C-438A-9565-58F88F1A36C5}" type="sibTrans" cxnId="{8DDD6E71-EE7E-422A-9A77-C6BD7C3A6249}">
      <dgm:prSet/>
      <dgm:spPr/>
      <dgm:t>
        <a:bodyPr/>
        <a:lstStyle/>
        <a:p>
          <a:endParaRPr lang="en-IN"/>
        </a:p>
      </dgm:t>
    </dgm:pt>
    <dgm:pt modelId="{2FAA15B4-3EC4-4D3E-A9F5-E550D6314945}">
      <dgm:prSet custT="1"/>
      <dgm:spPr/>
      <dgm:t>
        <a:bodyPr/>
        <a:lstStyle/>
        <a:p>
          <a:pPr>
            <a:buNone/>
          </a:pPr>
          <a:r>
            <a:rPr lang="en-IN" sz="1400" b="1" dirty="0"/>
            <a:t>6. Local TTS and Playback</a:t>
          </a:r>
          <a:endParaRPr lang="en-IN" sz="1400" dirty="0"/>
        </a:p>
      </dgm:t>
    </dgm:pt>
    <dgm:pt modelId="{DF28A6A6-0EC2-4DE1-8C00-C30162DE6E15}" type="parTrans" cxnId="{9DA5F0F3-C15D-4386-AB15-19A16C8D70D4}">
      <dgm:prSet/>
      <dgm:spPr/>
      <dgm:t>
        <a:bodyPr/>
        <a:lstStyle/>
        <a:p>
          <a:endParaRPr lang="en-IN"/>
        </a:p>
      </dgm:t>
    </dgm:pt>
    <dgm:pt modelId="{E8B4C6E2-EBF7-4E7A-8484-CF1C9285C962}" type="sibTrans" cxnId="{9DA5F0F3-C15D-4386-AB15-19A16C8D70D4}">
      <dgm:prSet/>
      <dgm:spPr/>
      <dgm:t>
        <a:bodyPr/>
        <a:lstStyle/>
        <a:p>
          <a:endParaRPr lang="en-IN"/>
        </a:p>
      </dgm:t>
    </dgm:pt>
    <dgm:pt modelId="{48DFE5FC-3FE9-4957-ACA8-84BDB19F37A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dirty="0" err="1"/>
            <a:t>IndicTTS</a:t>
          </a:r>
          <a:r>
            <a:rPr lang="en-IN" sz="800" dirty="0"/>
            <a:t> (ONNX INT8)</a:t>
          </a:r>
        </a:p>
      </dgm:t>
    </dgm:pt>
    <dgm:pt modelId="{EE99AC28-21B2-4E5D-9D66-7467B00704F3}" type="parTrans" cxnId="{485B92B4-D088-4FF1-9081-B8B1E72B7BDC}">
      <dgm:prSet/>
      <dgm:spPr/>
      <dgm:t>
        <a:bodyPr/>
        <a:lstStyle/>
        <a:p>
          <a:endParaRPr lang="en-IN"/>
        </a:p>
      </dgm:t>
    </dgm:pt>
    <dgm:pt modelId="{EBCA7ACF-E104-45FB-880F-CD4D803B2137}" type="sibTrans" cxnId="{485B92B4-D088-4FF1-9081-B8B1E72B7BDC}">
      <dgm:prSet/>
      <dgm:spPr/>
      <dgm:t>
        <a:bodyPr/>
        <a:lstStyle/>
        <a:p>
          <a:endParaRPr lang="en-IN"/>
        </a:p>
      </dgm:t>
    </dgm:pt>
    <dgm:pt modelId="{12D035F2-9443-478D-A741-09C8E670A69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dirty="0"/>
            <a:t>Synthesize speech</a:t>
          </a:r>
        </a:p>
      </dgm:t>
    </dgm:pt>
    <dgm:pt modelId="{76422D8C-CA59-4631-A434-4932EAFAC70B}" type="parTrans" cxnId="{C4BA14F9-2A9A-4674-B9D1-67EE8424D827}">
      <dgm:prSet/>
      <dgm:spPr/>
      <dgm:t>
        <a:bodyPr/>
        <a:lstStyle/>
        <a:p>
          <a:endParaRPr lang="en-IN"/>
        </a:p>
      </dgm:t>
    </dgm:pt>
    <dgm:pt modelId="{D69310C8-2830-4BC0-AE3F-BB3263C0FE79}" type="sibTrans" cxnId="{C4BA14F9-2A9A-4674-B9D1-67EE8424D827}">
      <dgm:prSet/>
      <dgm:spPr/>
      <dgm:t>
        <a:bodyPr/>
        <a:lstStyle/>
        <a:p>
          <a:endParaRPr lang="en-IN"/>
        </a:p>
      </dgm:t>
    </dgm:pt>
    <dgm:pt modelId="{8188606F-29EA-477E-9B9F-895E05EC7C3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dirty="0"/>
            <a:t>Audio Output</a:t>
          </a:r>
        </a:p>
      </dgm:t>
    </dgm:pt>
    <dgm:pt modelId="{748B6011-FDBC-4760-9EED-E8E2E33907BE}" type="parTrans" cxnId="{AE780F3F-8C57-46C1-8EFC-B6924D9C724D}">
      <dgm:prSet/>
      <dgm:spPr/>
      <dgm:t>
        <a:bodyPr/>
        <a:lstStyle/>
        <a:p>
          <a:endParaRPr lang="en-IN"/>
        </a:p>
      </dgm:t>
    </dgm:pt>
    <dgm:pt modelId="{13048F99-B126-42C8-A2C2-FE73E227DC74}" type="sibTrans" cxnId="{AE780F3F-8C57-46C1-8EFC-B6924D9C724D}">
      <dgm:prSet/>
      <dgm:spPr/>
      <dgm:t>
        <a:bodyPr/>
        <a:lstStyle/>
        <a:p>
          <a:endParaRPr lang="en-IN"/>
        </a:p>
      </dgm:t>
    </dgm:pt>
    <dgm:pt modelId="{A7F0B6BF-E268-4191-B799-1A7C553C1F65}">
      <dgm:prSet custT="1"/>
      <dgm:spPr/>
      <dgm:t>
        <a:bodyPr/>
        <a:lstStyle/>
        <a:p>
          <a:pPr>
            <a:buNone/>
          </a:pPr>
          <a:r>
            <a:rPr lang="en-IN" sz="1400" b="1" dirty="0"/>
            <a:t>Audio Capture and VAD</a:t>
          </a:r>
        </a:p>
      </dgm:t>
    </dgm:pt>
    <dgm:pt modelId="{8BAE19E9-C221-41E1-B937-70D78C53E357}" type="sibTrans" cxnId="{AC58AE6D-2E3D-40A6-A2BA-7C0CE8D3A6D5}">
      <dgm:prSet/>
      <dgm:spPr/>
      <dgm:t>
        <a:bodyPr/>
        <a:lstStyle/>
        <a:p>
          <a:endParaRPr lang="en-IN"/>
        </a:p>
      </dgm:t>
    </dgm:pt>
    <dgm:pt modelId="{8F1E533C-97ED-43B6-8708-D64051B2CD6D}" type="parTrans" cxnId="{AC58AE6D-2E3D-40A6-A2BA-7C0CE8D3A6D5}">
      <dgm:prSet/>
      <dgm:spPr/>
      <dgm:t>
        <a:bodyPr/>
        <a:lstStyle/>
        <a:p>
          <a:endParaRPr lang="en-IN"/>
        </a:p>
      </dgm:t>
    </dgm:pt>
    <dgm:pt modelId="{85BA4388-3217-4E0A-9DD2-252A7480B7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VAD</a:t>
          </a:r>
        </a:p>
      </dgm:t>
    </dgm:pt>
    <dgm:pt modelId="{415ECA5C-2600-49D4-A464-217FB33B999A}" type="sibTrans" cxnId="{76ED9035-98B4-4999-B0FB-C6BEA342E15C}">
      <dgm:prSet/>
      <dgm:spPr/>
      <dgm:t>
        <a:bodyPr/>
        <a:lstStyle/>
        <a:p>
          <a:endParaRPr lang="en-IN"/>
        </a:p>
      </dgm:t>
    </dgm:pt>
    <dgm:pt modelId="{C4458A0B-9A59-48E1-91C3-FFFA0621E160}" type="parTrans" cxnId="{76ED9035-98B4-4999-B0FB-C6BEA342E15C}">
      <dgm:prSet/>
      <dgm:spPr/>
      <dgm:t>
        <a:bodyPr/>
        <a:lstStyle/>
        <a:p>
          <a:endParaRPr lang="en-IN"/>
        </a:p>
      </dgm:t>
    </dgm:pt>
    <dgm:pt modelId="{C5F73428-4030-43A5-8305-333D08A5538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dirty="0"/>
            <a:t>Detect speech Locally</a:t>
          </a:r>
        </a:p>
      </dgm:t>
    </dgm:pt>
    <dgm:pt modelId="{E61C84BD-DF3E-42E8-ABB7-E2DD593CEDA6}" type="sibTrans" cxnId="{33F131B1-A35F-40A4-B3B0-7237113F6109}">
      <dgm:prSet/>
      <dgm:spPr/>
      <dgm:t>
        <a:bodyPr/>
        <a:lstStyle/>
        <a:p>
          <a:endParaRPr lang="en-IN"/>
        </a:p>
      </dgm:t>
    </dgm:pt>
    <dgm:pt modelId="{203B51DB-454C-4EC0-A797-BF69EA08BED6}" type="parTrans" cxnId="{33F131B1-A35F-40A4-B3B0-7237113F6109}">
      <dgm:prSet/>
      <dgm:spPr/>
      <dgm:t>
        <a:bodyPr/>
        <a:lstStyle/>
        <a:p>
          <a:endParaRPr lang="en-IN"/>
        </a:p>
      </dgm:t>
    </dgm:pt>
    <dgm:pt modelId="{AE3C4D2F-900D-422A-AC8C-0F595CE947D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Capture 16 kHz Aud</a:t>
          </a:r>
        </a:p>
      </dgm:t>
    </dgm:pt>
    <dgm:pt modelId="{4031BF8B-21ED-4DE6-B592-CC5A5FF55DCC}" type="parTrans" cxnId="{7A334A53-86BF-4C2A-9F4C-103439B79CBF}">
      <dgm:prSet/>
      <dgm:spPr/>
      <dgm:t>
        <a:bodyPr/>
        <a:lstStyle/>
        <a:p>
          <a:endParaRPr lang="en-IN"/>
        </a:p>
      </dgm:t>
    </dgm:pt>
    <dgm:pt modelId="{037079E1-9CC9-4D1C-AD1E-2127322C0191}" type="sibTrans" cxnId="{7A334A53-86BF-4C2A-9F4C-103439B79CBF}">
      <dgm:prSet/>
      <dgm:spPr/>
      <dgm:t>
        <a:bodyPr/>
        <a:lstStyle/>
        <a:p>
          <a:endParaRPr lang="en-IN"/>
        </a:p>
      </dgm:t>
    </dgm:pt>
    <dgm:pt modelId="{C77E270F-4549-43D5-9C14-E3573138141D}" type="pres">
      <dgm:prSet presAssocID="{1EF6DD5C-913E-4AE7-800F-28170D83A84D}" presName="Name0" presStyleCnt="0">
        <dgm:presLayoutVars>
          <dgm:dir/>
          <dgm:animLvl val="lvl"/>
          <dgm:resizeHandles val="exact"/>
        </dgm:presLayoutVars>
      </dgm:prSet>
      <dgm:spPr/>
    </dgm:pt>
    <dgm:pt modelId="{23125EE3-5867-4736-B783-DF43C32AC1BC}" type="pres">
      <dgm:prSet presAssocID="{2FAA15B4-3EC4-4D3E-A9F5-E550D6314945}" presName="boxAndChildren" presStyleCnt="0"/>
      <dgm:spPr/>
    </dgm:pt>
    <dgm:pt modelId="{07EF9996-5891-430C-A1BA-82314510775C}" type="pres">
      <dgm:prSet presAssocID="{2FAA15B4-3EC4-4D3E-A9F5-E550D6314945}" presName="parentTextBox" presStyleLbl="node1" presStyleIdx="0" presStyleCnt="5"/>
      <dgm:spPr/>
    </dgm:pt>
    <dgm:pt modelId="{C7250857-3326-47AC-9DD9-491D1F9C33EF}" type="pres">
      <dgm:prSet presAssocID="{2FAA15B4-3EC4-4D3E-A9F5-E550D6314945}" presName="entireBox" presStyleLbl="node1" presStyleIdx="0" presStyleCnt="5"/>
      <dgm:spPr/>
    </dgm:pt>
    <dgm:pt modelId="{756F5E6D-E5D5-442C-B89A-322EBB438825}" type="pres">
      <dgm:prSet presAssocID="{2FAA15B4-3EC4-4D3E-A9F5-E550D6314945}" presName="descendantBox" presStyleCnt="0"/>
      <dgm:spPr/>
    </dgm:pt>
    <dgm:pt modelId="{C2FCBD97-0134-4745-8816-982A0D40F4C9}" type="pres">
      <dgm:prSet presAssocID="{48DFE5FC-3FE9-4957-ACA8-84BDB19F37A1}" presName="childTextBox" presStyleLbl="fgAccFollowNode1" presStyleIdx="0" presStyleCnt="14">
        <dgm:presLayoutVars>
          <dgm:bulletEnabled val="1"/>
        </dgm:presLayoutVars>
      </dgm:prSet>
      <dgm:spPr/>
    </dgm:pt>
    <dgm:pt modelId="{304FC441-7ADA-4B2A-9753-D9B1D5116F1A}" type="pres">
      <dgm:prSet presAssocID="{12D035F2-9443-478D-A741-09C8E670A69E}" presName="childTextBox" presStyleLbl="fgAccFollowNode1" presStyleIdx="1" presStyleCnt="14">
        <dgm:presLayoutVars>
          <dgm:bulletEnabled val="1"/>
        </dgm:presLayoutVars>
      </dgm:prSet>
      <dgm:spPr/>
    </dgm:pt>
    <dgm:pt modelId="{AC2B2E0E-B7C1-438A-8C27-D9E91276A0E5}" type="pres">
      <dgm:prSet presAssocID="{8188606F-29EA-477E-9B9F-895E05EC7C33}" presName="childTextBox" presStyleLbl="fgAccFollowNode1" presStyleIdx="2" presStyleCnt="14">
        <dgm:presLayoutVars>
          <dgm:bulletEnabled val="1"/>
        </dgm:presLayoutVars>
      </dgm:prSet>
      <dgm:spPr/>
    </dgm:pt>
    <dgm:pt modelId="{D2A7FFD0-9752-4E1A-A2FF-B070A2D08835}" type="pres">
      <dgm:prSet presAssocID="{CE550D9D-C1FD-43AC-97E8-8589C60A8520}" presName="sp" presStyleCnt="0"/>
      <dgm:spPr/>
    </dgm:pt>
    <dgm:pt modelId="{7142A7BA-AEEA-4300-B2FD-50BD43891782}" type="pres">
      <dgm:prSet presAssocID="{649CBA68-1E90-417E-A4A7-D98A8BA252AB}" presName="arrowAndChildren" presStyleCnt="0"/>
      <dgm:spPr/>
    </dgm:pt>
    <dgm:pt modelId="{20943F30-C4F2-4078-8DA0-14F47860F6A8}" type="pres">
      <dgm:prSet presAssocID="{649CBA68-1E90-417E-A4A7-D98A8BA252AB}" presName="parentTextArrow" presStyleLbl="node1" presStyleIdx="0" presStyleCnt="5"/>
      <dgm:spPr/>
    </dgm:pt>
    <dgm:pt modelId="{EF2DFE5C-CAC9-4FBE-A232-7C3DD0C232DE}" type="pres">
      <dgm:prSet presAssocID="{649CBA68-1E90-417E-A4A7-D98A8BA252AB}" presName="arrow" presStyleLbl="node1" presStyleIdx="1" presStyleCnt="5"/>
      <dgm:spPr/>
    </dgm:pt>
    <dgm:pt modelId="{2722A437-2C95-409D-81E8-93ACE673E424}" type="pres">
      <dgm:prSet presAssocID="{649CBA68-1E90-417E-A4A7-D98A8BA252AB}" presName="descendantArrow" presStyleCnt="0"/>
      <dgm:spPr/>
    </dgm:pt>
    <dgm:pt modelId="{69CAC31F-1EC8-4824-9A9F-3B408654841B}" type="pres">
      <dgm:prSet presAssocID="{59061B12-C494-4088-9B7D-F23934C17248}" presName="childTextArrow" presStyleLbl="fgAccFollowNode1" presStyleIdx="3" presStyleCnt="14">
        <dgm:presLayoutVars>
          <dgm:bulletEnabled val="1"/>
        </dgm:presLayoutVars>
      </dgm:prSet>
      <dgm:spPr/>
    </dgm:pt>
    <dgm:pt modelId="{07C3AB8B-308D-4D9C-BB36-46E0191A3765}" type="pres">
      <dgm:prSet presAssocID="{3705B3DA-DA3C-406F-AEA8-BCC035502D31}" presName="childTextArrow" presStyleLbl="fgAccFollowNode1" presStyleIdx="4" presStyleCnt="14">
        <dgm:presLayoutVars>
          <dgm:bulletEnabled val="1"/>
        </dgm:presLayoutVars>
      </dgm:prSet>
      <dgm:spPr/>
    </dgm:pt>
    <dgm:pt modelId="{A4982F4E-0112-4929-BECF-40DCAF11A409}" type="pres">
      <dgm:prSet presAssocID="{2B4A6AE8-F4CC-4D7E-AE16-1304D2E72F8C}" presName="sp" presStyleCnt="0"/>
      <dgm:spPr/>
    </dgm:pt>
    <dgm:pt modelId="{15AC78F4-01C3-4F43-BB16-25C663FE755D}" type="pres">
      <dgm:prSet presAssocID="{72808AE0-982D-4EAE-BEAC-59A5604D2CF4}" presName="arrowAndChildren" presStyleCnt="0"/>
      <dgm:spPr/>
    </dgm:pt>
    <dgm:pt modelId="{A4FEDD7D-EBB2-4EB5-B7F0-B12012557145}" type="pres">
      <dgm:prSet presAssocID="{72808AE0-982D-4EAE-BEAC-59A5604D2CF4}" presName="parentTextArrow" presStyleLbl="node1" presStyleIdx="1" presStyleCnt="5"/>
      <dgm:spPr/>
    </dgm:pt>
    <dgm:pt modelId="{31CD76EF-F845-4432-90D3-ADBE728768F6}" type="pres">
      <dgm:prSet presAssocID="{72808AE0-982D-4EAE-BEAC-59A5604D2CF4}" presName="arrow" presStyleLbl="node1" presStyleIdx="2" presStyleCnt="5"/>
      <dgm:spPr/>
    </dgm:pt>
    <dgm:pt modelId="{DB67CF98-3E6E-4B35-8890-796AE1BC9323}" type="pres">
      <dgm:prSet presAssocID="{72808AE0-982D-4EAE-BEAC-59A5604D2CF4}" presName="descendantArrow" presStyleCnt="0"/>
      <dgm:spPr/>
    </dgm:pt>
    <dgm:pt modelId="{6FAD0453-5B46-4134-BD23-5B3FBFF9DC27}" type="pres">
      <dgm:prSet presAssocID="{D72C92E4-D05B-4BBD-A67C-350BA434B7D5}" presName="childTextArrow" presStyleLbl="fgAccFollowNode1" presStyleIdx="5" presStyleCnt="14">
        <dgm:presLayoutVars>
          <dgm:bulletEnabled val="1"/>
        </dgm:presLayoutVars>
      </dgm:prSet>
      <dgm:spPr/>
    </dgm:pt>
    <dgm:pt modelId="{2E94D569-D861-47FD-A4D7-329EE1E8D3AE}" type="pres">
      <dgm:prSet presAssocID="{08268643-C628-4230-BC4A-D500E1F0BF9C}" presName="childTextArrow" presStyleLbl="fgAccFollowNode1" presStyleIdx="6" presStyleCnt="14">
        <dgm:presLayoutVars>
          <dgm:bulletEnabled val="1"/>
        </dgm:presLayoutVars>
      </dgm:prSet>
      <dgm:spPr/>
    </dgm:pt>
    <dgm:pt modelId="{3E3BFBD2-6F37-42AC-8C87-233E71B6E8A3}" type="pres">
      <dgm:prSet presAssocID="{B04CD272-8C5C-49B2-986E-95F3740BE168}" presName="childTextArrow" presStyleLbl="fgAccFollowNode1" presStyleIdx="7" presStyleCnt="14">
        <dgm:presLayoutVars>
          <dgm:bulletEnabled val="1"/>
        </dgm:presLayoutVars>
      </dgm:prSet>
      <dgm:spPr/>
    </dgm:pt>
    <dgm:pt modelId="{B8ED675B-BC94-4A12-B3D0-BB3A8F0AF1A9}" type="pres">
      <dgm:prSet presAssocID="{4737FE14-D5C6-42E3-BA6F-A812C70867A9}" presName="sp" presStyleCnt="0"/>
      <dgm:spPr/>
    </dgm:pt>
    <dgm:pt modelId="{A2DE4AF9-511B-4CD8-99FC-F1DEACCAE146}" type="pres">
      <dgm:prSet presAssocID="{CC17E0A8-0789-4964-A015-9DD2E4E27E0F}" presName="arrowAndChildren" presStyleCnt="0"/>
      <dgm:spPr/>
    </dgm:pt>
    <dgm:pt modelId="{5CF3C4D9-59CC-444D-8879-92D36498F590}" type="pres">
      <dgm:prSet presAssocID="{CC17E0A8-0789-4964-A015-9DD2E4E27E0F}" presName="parentTextArrow" presStyleLbl="node1" presStyleIdx="2" presStyleCnt="5"/>
      <dgm:spPr/>
    </dgm:pt>
    <dgm:pt modelId="{AED78472-8F95-4E50-9240-FB37049868B7}" type="pres">
      <dgm:prSet presAssocID="{CC17E0A8-0789-4964-A015-9DD2E4E27E0F}" presName="arrow" presStyleLbl="node1" presStyleIdx="3" presStyleCnt="5"/>
      <dgm:spPr/>
    </dgm:pt>
    <dgm:pt modelId="{CFF28DE4-078F-4DAD-9C8B-41EF36D3F57B}" type="pres">
      <dgm:prSet presAssocID="{CC17E0A8-0789-4964-A015-9DD2E4E27E0F}" presName="descendantArrow" presStyleCnt="0"/>
      <dgm:spPr/>
    </dgm:pt>
    <dgm:pt modelId="{67E63612-5067-40CC-A67B-2ABFEC637736}" type="pres">
      <dgm:prSet presAssocID="{0E124F22-B98A-4733-94B2-B4BBA8DB2088}" presName="childTextArrow" presStyleLbl="fgAccFollowNode1" presStyleIdx="8" presStyleCnt="14">
        <dgm:presLayoutVars>
          <dgm:bulletEnabled val="1"/>
        </dgm:presLayoutVars>
      </dgm:prSet>
      <dgm:spPr/>
    </dgm:pt>
    <dgm:pt modelId="{3E3BE942-23DD-4C8A-B4B5-6066AB26DC5B}" type="pres">
      <dgm:prSet presAssocID="{3B10CE05-A16C-48FE-8075-69F444EF9C40}" presName="childTextArrow" presStyleLbl="fgAccFollowNode1" presStyleIdx="9" presStyleCnt="14">
        <dgm:presLayoutVars>
          <dgm:bulletEnabled val="1"/>
        </dgm:presLayoutVars>
      </dgm:prSet>
      <dgm:spPr/>
    </dgm:pt>
    <dgm:pt modelId="{588704F1-113C-4D07-81E4-751BE50A061F}" type="pres">
      <dgm:prSet presAssocID="{3200F1DA-F1DD-446C-A6B8-E1B6C2595545}" presName="childTextArrow" presStyleLbl="fgAccFollowNode1" presStyleIdx="10" presStyleCnt="14">
        <dgm:presLayoutVars>
          <dgm:bulletEnabled val="1"/>
        </dgm:presLayoutVars>
      </dgm:prSet>
      <dgm:spPr/>
    </dgm:pt>
    <dgm:pt modelId="{A243FA82-A07F-4C31-ADB1-64856C5254B7}" type="pres">
      <dgm:prSet presAssocID="{8BAE19E9-C221-41E1-B937-70D78C53E357}" presName="sp" presStyleCnt="0"/>
      <dgm:spPr/>
    </dgm:pt>
    <dgm:pt modelId="{0D9E2F93-65FA-46B2-85F0-6CDC379D5FA2}" type="pres">
      <dgm:prSet presAssocID="{A7F0B6BF-E268-4191-B799-1A7C553C1F65}" presName="arrowAndChildren" presStyleCnt="0"/>
      <dgm:spPr/>
    </dgm:pt>
    <dgm:pt modelId="{B56DB015-DF6F-4497-81CE-024F5DB6CDCB}" type="pres">
      <dgm:prSet presAssocID="{A7F0B6BF-E268-4191-B799-1A7C553C1F65}" presName="parentTextArrow" presStyleLbl="node1" presStyleIdx="3" presStyleCnt="5"/>
      <dgm:spPr/>
    </dgm:pt>
    <dgm:pt modelId="{C3BD9353-CE3B-4753-9C00-002AB234A5D4}" type="pres">
      <dgm:prSet presAssocID="{A7F0B6BF-E268-4191-B799-1A7C553C1F65}" presName="arrow" presStyleLbl="node1" presStyleIdx="4" presStyleCnt="5"/>
      <dgm:spPr/>
    </dgm:pt>
    <dgm:pt modelId="{AFA6E80C-F4A3-4C92-9365-6F1802FD687B}" type="pres">
      <dgm:prSet presAssocID="{A7F0B6BF-E268-4191-B799-1A7C553C1F65}" presName="descendantArrow" presStyleCnt="0"/>
      <dgm:spPr/>
    </dgm:pt>
    <dgm:pt modelId="{B590F897-134B-46D4-80D4-9C54DEB40FF4}" type="pres">
      <dgm:prSet presAssocID="{AE3C4D2F-900D-422A-AC8C-0F595CE947DC}" presName="childTextArrow" presStyleLbl="fgAccFollowNode1" presStyleIdx="11" presStyleCnt="14">
        <dgm:presLayoutVars>
          <dgm:bulletEnabled val="1"/>
        </dgm:presLayoutVars>
      </dgm:prSet>
      <dgm:spPr/>
    </dgm:pt>
    <dgm:pt modelId="{CEAAE475-AD25-4CC9-A719-585DFBDBF31F}" type="pres">
      <dgm:prSet presAssocID="{85BA4388-3217-4E0A-9DD2-252A7480B762}" presName="childTextArrow" presStyleLbl="fgAccFollowNode1" presStyleIdx="12" presStyleCnt="14">
        <dgm:presLayoutVars>
          <dgm:bulletEnabled val="1"/>
        </dgm:presLayoutVars>
      </dgm:prSet>
      <dgm:spPr/>
    </dgm:pt>
    <dgm:pt modelId="{1353368A-C2B2-4075-842C-7C84BE882EFA}" type="pres">
      <dgm:prSet presAssocID="{C5F73428-4030-43A5-8305-333D08A5538A}" presName="childTextArrow" presStyleLbl="fgAccFollowNode1" presStyleIdx="13" presStyleCnt="14">
        <dgm:presLayoutVars>
          <dgm:bulletEnabled val="1"/>
        </dgm:presLayoutVars>
      </dgm:prSet>
      <dgm:spPr/>
    </dgm:pt>
  </dgm:ptLst>
  <dgm:cxnLst>
    <dgm:cxn modelId="{45FCC504-0F7B-4148-8466-37019E02503D}" srcId="{CC17E0A8-0789-4964-A015-9DD2E4E27E0F}" destId="{3B10CE05-A16C-48FE-8075-69F444EF9C40}" srcOrd="1" destOrd="0" parTransId="{424DBBAB-D76E-4028-AECE-AC550351ECE7}" sibTransId="{1E13110C-9F7C-434D-A381-67A9851A1405}"/>
    <dgm:cxn modelId="{08B80D06-5EAC-42AE-A5CC-BE4845798A26}" type="presOf" srcId="{72808AE0-982D-4EAE-BEAC-59A5604D2CF4}" destId="{31CD76EF-F845-4432-90D3-ADBE728768F6}" srcOrd="1" destOrd="0" presId="urn:microsoft.com/office/officeart/2005/8/layout/process4"/>
    <dgm:cxn modelId="{B8608512-BC46-4AF7-8617-DE407316665D}" type="presOf" srcId="{B04CD272-8C5C-49B2-986E-95F3740BE168}" destId="{3E3BFBD2-6F37-42AC-8C87-233E71B6E8A3}" srcOrd="0" destOrd="0" presId="urn:microsoft.com/office/officeart/2005/8/layout/process4"/>
    <dgm:cxn modelId="{0CA9F41E-71AB-484F-A25E-F653B24C96AA}" type="presOf" srcId="{2FAA15B4-3EC4-4D3E-A9F5-E550D6314945}" destId="{07EF9996-5891-430C-A1BA-82314510775C}" srcOrd="0" destOrd="0" presId="urn:microsoft.com/office/officeart/2005/8/layout/process4"/>
    <dgm:cxn modelId="{1E34C221-86AA-4465-AE35-3FADFAF37A94}" type="presOf" srcId="{85BA4388-3217-4E0A-9DD2-252A7480B762}" destId="{CEAAE475-AD25-4CC9-A719-585DFBDBF31F}" srcOrd="0" destOrd="0" presId="urn:microsoft.com/office/officeart/2005/8/layout/process4"/>
    <dgm:cxn modelId="{18C86223-ED41-45CC-8DDC-A3B652EC6A2F}" srcId="{1EF6DD5C-913E-4AE7-800F-28170D83A84D}" destId="{72808AE0-982D-4EAE-BEAC-59A5604D2CF4}" srcOrd="2" destOrd="0" parTransId="{45A41023-C397-47B3-BD50-9E1F79C95A8A}" sibTransId="{2B4A6AE8-F4CC-4D7E-AE16-1304D2E72F8C}"/>
    <dgm:cxn modelId="{76ED9035-98B4-4999-B0FB-C6BEA342E15C}" srcId="{A7F0B6BF-E268-4191-B799-1A7C553C1F65}" destId="{85BA4388-3217-4E0A-9DD2-252A7480B762}" srcOrd="1" destOrd="0" parTransId="{C4458A0B-9A59-48E1-91C3-FFFA0621E160}" sibTransId="{415ECA5C-2600-49D4-A464-217FB33B999A}"/>
    <dgm:cxn modelId="{AE780F3F-8C57-46C1-8EFC-B6924D9C724D}" srcId="{2FAA15B4-3EC4-4D3E-A9F5-E550D6314945}" destId="{8188606F-29EA-477E-9B9F-895E05EC7C33}" srcOrd="2" destOrd="0" parTransId="{748B6011-FDBC-4760-9EED-E8E2E33907BE}" sibTransId="{13048F99-B126-42C8-A2C2-FE73E227DC74}"/>
    <dgm:cxn modelId="{87109364-1E5F-4E02-BD1F-0615A88DBF90}" type="presOf" srcId="{3B10CE05-A16C-48FE-8075-69F444EF9C40}" destId="{3E3BE942-23DD-4C8A-B4B5-6066AB26DC5B}" srcOrd="0" destOrd="0" presId="urn:microsoft.com/office/officeart/2005/8/layout/process4"/>
    <dgm:cxn modelId="{1169A948-8083-4F17-874C-D9731E315937}" type="presOf" srcId="{12D035F2-9443-478D-A741-09C8E670A69E}" destId="{304FC441-7ADA-4B2A-9753-D9B1D5116F1A}" srcOrd="0" destOrd="0" presId="urn:microsoft.com/office/officeart/2005/8/layout/process4"/>
    <dgm:cxn modelId="{6B880249-391B-4A3C-9E55-F4A700AE7116}" type="presOf" srcId="{59061B12-C494-4088-9B7D-F23934C17248}" destId="{69CAC31F-1EC8-4824-9A9F-3B408654841B}" srcOrd="0" destOrd="0" presId="urn:microsoft.com/office/officeart/2005/8/layout/process4"/>
    <dgm:cxn modelId="{AC58AE6D-2E3D-40A6-A2BA-7C0CE8D3A6D5}" srcId="{1EF6DD5C-913E-4AE7-800F-28170D83A84D}" destId="{A7F0B6BF-E268-4191-B799-1A7C553C1F65}" srcOrd="0" destOrd="0" parTransId="{8F1E533C-97ED-43B6-8708-D64051B2CD6D}" sibTransId="{8BAE19E9-C221-41E1-B937-70D78C53E357}"/>
    <dgm:cxn modelId="{00F9A64E-9FB4-4E2F-AE41-A632E39ADA52}" type="presOf" srcId="{0E124F22-B98A-4733-94B2-B4BBA8DB2088}" destId="{67E63612-5067-40CC-A67B-2ABFEC637736}" srcOrd="0" destOrd="0" presId="urn:microsoft.com/office/officeart/2005/8/layout/process4"/>
    <dgm:cxn modelId="{90A83C50-2E46-40BE-97CF-7265F057E1FF}" srcId="{1EF6DD5C-913E-4AE7-800F-28170D83A84D}" destId="{CC17E0A8-0789-4964-A015-9DD2E4E27E0F}" srcOrd="1" destOrd="0" parTransId="{BC4FC4C8-4894-46DB-A5ED-2EE0DCA99AD1}" sibTransId="{4737FE14-D5C6-42E3-BA6F-A812C70867A9}"/>
    <dgm:cxn modelId="{8DDD6E71-EE7E-422A-9A77-C6BD7C3A6249}" srcId="{649CBA68-1E90-417E-A4A7-D98A8BA252AB}" destId="{3705B3DA-DA3C-406F-AEA8-BCC035502D31}" srcOrd="1" destOrd="0" parTransId="{2ABAE7C9-E5A9-4AED-8581-071FE1A03F15}" sibTransId="{37BB80C3-D94C-438A-9565-58F88F1A36C5}"/>
    <dgm:cxn modelId="{7A334A53-86BF-4C2A-9F4C-103439B79CBF}" srcId="{A7F0B6BF-E268-4191-B799-1A7C553C1F65}" destId="{AE3C4D2F-900D-422A-AC8C-0F595CE947DC}" srcOrd="0" destOrd="0" parTransId="{4031BF8B-21ED-4DE6-B592-CC5A5FF55DCC}" sibTransId="{037079E1-9CC9-4D1C-AD1E-2127322C0191}"/>
    <dgm:cxn modelId="{27E7E179-BA86-4E7E-B2F9-0703CD5C39CA}" srcId="{1EF6DD5C-913E-4AE7-800F-28170D83A84D}" destId="{649CBA68-1E90-417E-A4A7-D98A8BA252AB}" srcOrd="3" destOrd="0" parTransId="{7C323ECB-E06B-4664-B1FC-4C6F343CAB09}" sibTransId="{CE550D9D-C1FD-43AC-97E8-8589C60A8520}"/>
    <dgm:cxn modelId="{34D1295A-7D6A-42DD-B767-6A7399F3DDB6}" srcId="{72808AE0-982D-4EAE-BEAC-59A5604D2CF4}" destId="{B04CD272-8C5C-49B2-986E-95F3740BE168}" srcOrd="2" destOrd="0" parTransId="{E5B401ED-A3F0-4249-AF57-2FCFB0A0529E}" sibTransId="{6D6C924E-7205-4B35-A7A1-18AF15562D05}"/>
    <dgm:cxn modelId="{EE862284-EEA5-47E3-8BE4-A2F054582ADC}" type="presOf" srcId="{8188606F-29EA-477E-9B9F-895E05EC7C33}" destId="{AC2B2E0E-B7C1-438A-8C27-D9E91276A0E5}" srcOrd="0" destOrd="0" presId="urn:microsoft.com/office/officeart/2005/8/layout/process4"/>
    <dgm:cxn modelId="{1EC83985-B4DE-47CA-ADA7-D89A95C4D1C9}" type="presOf" srcId="{3705B3DA-DA3C-406F-AEA8-BCC035502D31}" destId="{07C3AB8B-308D-4D9C-BB36-46E0191A3765}" srcOrd="0" destOrd="0" presId="urn:microsoft.com/office/officeart/2005/8/layout/process4"/>
    <dgm:cxn modelId="{AA774F86-2F2D-43BF-8899-B1424E38B0EE}" type="presOf" srcId="{3200F1DA-F1DD-446C-A6B8-E1B6C2595545}" destId="{588704F1-113C-4D07-81E4-751BE50A061F}" srcOrd="0" destOrd="0" presId="urn:microsoft.com/office/officeart/2005/8/layout/process4"/>
    <dgm:cxn modelId="{3888B98B-29FA-4093-B259-3B65A4702DCA}" type="presOf" srcId="{CC17E0A8-0789-4964-A015-9DD2E4E27E0F}" destId="{5CF3C4D9-59CC-444D-8879-92D36498F590}" srcOrd="0" destOrd="0" presId="urn:microsoft.com/office/officeart/2005/8/layout/process4"/>
    <dgm:cxn modelId="{05467C92-A080-463B-94C9-BF954A1BDD59}" srcId="{649CBA68-1E90-417E-A4A7-D98A8BA252AB}" destId="{59061B12-C494-4088-9B7D-F23934C17248}" srcOrd="0" destOrd="0" parTransId="{F6E83A49-6635-4484-AE95-426E7F3F8685}" sibTransId="{E1A3A809-8BF1-4004-8A27-ADBE97801493}"/>
    <dgm:cxn modelId="{1805E896-1283-4ADE-87BC-3DFB7A086DA7}" type="presOf" srcId="{2FAA15B4-3EC4-4D3E-A9F5-E550D6314945}" destId="{C7250857-3326-47AC-9DD9-491D1F9C33EF}" srcOrd="1" destOrd="0" presId="urn:microsoft.com/office/officeart/2005/8/layout/process4"/>
    <dgm:cxn modelId="{9C2E839B-F5CE-4084-A673-19EE0A427A7D}" srcId="{72808AE0-982D-4EAE-BEAC-59A5604D2CF4}" destId="{08268643-C628-4230-BC4A-D500E1F0BF9C}" srcOrd="1" destOrd="0" parTransId="{41B6471C-4967-4FAF-8BD8-45EFE1D296A5}" sibTransId="{5E51B62C-C0C1-4F0E-80B9-678E43C84473}"/>
    <dgm:cxn modelId="{FCE5E2A2-0CDA-44B3-BE8D-0303C6A0C7B5}" type="presOf" srcId="{D72C92E4-D05B-4BBD-A67C-350BA434B7D5}" destId="{6FAD0453-5B46-4134-BD23-5B3FBFF9DC27}" srcOrd="0" destOrd="0" presId="urn:microsoft.com/office/officeart/2005/8/layout/process4"/>
    <dgm:cxn modelId="{39EEDEA6-6501-4D22-818A-98A4B3AD0716}" type="presOf" srcId="{649CBA68-1E90-417E-A4A7-D98A8BA252AB}" destId="{20943F30-C4F2-4078-8DA0-14F47860F6A8}" srcOrd="0" destOrd="0" presId="urn:microsoft.com/office/officeart/2005/8/layout/process4"/>
    <dgm:cxn modelId="{33F131B1-A35F-40A4-B3B0-7237113F6109}" srcId="{A7F0B6BF-E268-4191-B799-1A7C553C1F65}" destId="{C5F73428-4030-43A5-8305-333D08A5538A}" srcOrd="2" destOrd="0" parTransId="{203B51DB-454C-4EC0-A797-BF69EA08BED6}" sibTransId="{E61C84BD-DF3E-42E8-ABB7-E2DD593CEDA6}"/>
    <dgm:cxn modelId="{D9EAD9B2-B064-4C4D-BA03-7EF08C3188A7}" type="presOf" srcId="{649CBA68-1E90-417E-A4A7-D98A8BA252AB}" destId="{EF2DFE5C-CAC9-4FBE-A232-7C3DD0C232DE}" srcOrd="1" destOrd="0" presId="urn:microsoft.com/office/officeart/2005/8/layout/process4"/>
    <dgm:cxn modelId="{485B92B4-D088-4FF1-9081-B8B1E72B7BDC}" srcId="{2FAA15B4-3EC4-4D3E-A9F5-E550D6314945}" destId="{48DFE5FC-3FE9-4957-ACA8-84BDB19F37A1}" srcOrd="0" destOrd="0" parTransId="{EE99AC28-21B2-4E5D-9D66-7467B00704F3}" sibTransId="{EBCA7ACF-E104-45FB-880F-CD4D803B2137}"/>
    <dgm:cxn modelId="{AC0B82B7-4AC3-4586-AE2B-FAE2FA6414CE}" srcId="{72808AE0-982D-4EAE-BEAC-59A5604D2CF4}" destId="{D72C92E4-D05B-4BBD-A67C-350BA434B7D5}" srcOrd="0" destOrd="0" parTransId="{323636CC-5148-4BF0-BC39-FF3F1E3A4487}" sibTransId="{D5CE3FC3-0769-4DA8-BD60-F7CD02AF1723}"/>
    <dgm:cxn modelId="{A5F440C0-8B1D-474E-9915-4089B62C8C5E}" type="presOf" srcId="{CC17E0A8-0789-4964-A015-9DD2E4E27E0F}" destId="{AED78472-8F95-4E50-9240-FB37049868B7}" srcOrd="1" destOrd="0" presId="urn:microsoft.com/office/officeart/2005/8/layout/process4"/>
    <dgm:cxn modelId="{858307C1-987E-4446-A0B5-851EDB9CE934}" type="presOf" srcId="{72808AE0-982D-4EAE-BEAC-59A5604D2CF4}" destId="{A4FEDD7D-EBB2-4EB5-B7F0-B12012557145}" srcOrd="0" destOrd="0" presId="urn:microsoft.com/office/officeart/2005/8/layout/process4"/>
    <dgm:cxn modelId="{CAE0F3C2-BBA3-4182-B0C0-360CD95229CB}" type="presOf" srcId="{A7F0B6BF-E268-4191-B799-1A7C553C1F65}" destId="{B56DB015-DF6F-4497-81CE-024F5DB6CDCB}" srcOrd="0" destOrd="0" presId="urn:microsoft.com/office/officeart/2005/8/layout/process4"/>
    <dgm:cxn modelId="{235BDFC6-731D-4F0B-AF1A-B17D9A7CC173}" type="presOf" srcId="{1EF6DD5C-913E-4AE7-800F-28170D83A84D}" destId="{C77E270F-4549-43D5-9C14-E3573138141D}" srcOrd="0" destOrd="0" presId="urn:microsoft.com/office/officeart/2005/8/layout/process4"/>
    <dgm:cxn modelId="{0D1996C9-D416-41B8-9C25-03CB120EE682}" type="presOf" srcId="{C5F73428-4030-43A5-8305-333D08A5538A}" destId="{1353368A-C2B2-4075-842C-7C84BE882EFA}" srcOrd="0" destOrd="0" presId="urn:microsoft.com/office/officeart/2005/8/layout/process4"/>
    <dgm:cxn modelId="{E860AED0-58C2-4E11-8B35-B461CC3F7B8E}" type="presOf" srcId="{AE3C4D2F-900D-422A-AC8C-0F595CE947DC}" destId="{B590F897-134B-46D4-80D4-9C54DEB40FF4}" srcOrd="0" destOrd="0" presId="urn:microsoft.com/office/officeart/2005/8/layout/process4"/>
    <dgm:cxn modelId="{14D025D4-9FD6-44EA-A984-0C3A39BA5CB8}" type="presOf" srcId="{48DFE5FC-3FE9-4957-ACA8-84BDB19F37A1}" destId="{C2FCBD97-0134-4745-8816-982A0D40F4C9}" srcOrd="0" destOrd="0" presId="urn:microsoft.com/office/officeart/2005/8/layout/process4"/>
    <dgm:cxn modelId="{12257FD7-A21D-4D6C-B9F4-43F361668B72}" srcId="{CC17E0A8-0789-4964-A015-9DD2E4E27E0F}" destId="{0E124F22-B98A-4733-94B2-B4BBA8DB2088}" srcOrd="0" destOrd="0" parTransId="{665A5EBA-F875-4BBB-999F-CD5FC90E8CFF}" sibTransId="{414AD853-E56A-4E17-85B3-38AC830419D0}"/>
    <dgm:cxn modelId="{6BFAE8EF-B082-43E3-931A-60AF63A0A65B}" srcId="{CC17E0A8-0789-4964-A015-9DD2E4E27E0F}" destId="{3200F1DA-F1DD-446C-A6B8-E1B6C2595545}" srcOrd="2" destOrd="0" parTransId="{0A22991D-B22B-4F3E-8A35-6E1E050438E7}" sibTransId="{08EA4444-5D23-44BE-A87A-3174F3AB3A93}"/>
    <dgm:cxn modelId="{EC7EA0F0-D787-436D-92B9-97552E066A87}" type="presOf" srcId="{08268643-C628-4230-BC4A-D500E1F0BF9C}" destId="{2E94D569-D861-47FD-A4D7-329EE1E8D3AE}" srcOrd="0" destOrd="0" presId="urn:microsoft.com/office/officeart/2005/8/layout/process4"/>
    <dgm:cxn modelId="{9DA5F0F3-C15D-4386-AB15-19A16C8D70D4}" srcId="{1EF6DD5C-913E-4AE7-800F-28170D83A84D}" destId="{2FAA15B4-3EC4-4D3E-A9F5-E550D6314945}" srcOrd="4" destOrd="0" parTransId="{DF28A6A6-0EC2-4DE1-8C00-C30162DE6E15}" sibTransId="{E8B4C6E2-EBF7-4E7A-8484-CF1C9285C962}"/>
    <dgm:cxn modelId="{4DAFD4F8-4DE8-42AD-A71E-997105FB7FA3}" type="presOf" srcId="{A7F0B6BF-E268-4191-B799-1A7C553C1F65}" destId="{C3BD9353-CE3B-4753-9C00-002AB234A5D4}" srcOrd="1" destOrd="0" presId="urn:microsoft.com/office/officeart/2005/8/layout/process4"/>
    <dgm:cxn modelId="{C4BA14F9-2A9A-4674-B9D1-67EE8424D827}" srcId="{2FAA15B4-3EC4-4D3E-A9F5-E550D6314945}" destId="{12D035F2-9443-478D-A741-09C8E670A69E}" srcOrd="1" destOrd="0" parTransId="{76422D8C-CA59-4631-A434-4932EAFAC70B}" sibTransId="{D69310C8-2830-4BC0-AE3F-BB3263C0FE79}"/>
    <dgm:cxn modelId="{2D1951D0-E3C9-444C-B35A-1A4F5471D84E}" type="presParOf" srcId="{C77E270F-4549-43D5-9C14-E3573138141D}" destId="{23125EE3-5867-4736-B783-DF43C32AC1BC}" srcOrd="0" destOrd="0" presId="urn:microsoft.com/office/officeart/2005/8/layout/process4"/>
    <dgm:cxn modelId="{86763301-5890-4F56-AD13-364CC449A2F1}" type="presParOf" srcId="{23125EE3-5867-4736-B783-DF43C32AC1BC}" destId="{07EF9996-5891-430C-A1BA-82314510775C}" srcOrd="0" destOrd="0" presId="urn:microsoft.com/office/officeart/2005/8/layout/process4"/>
    <dgm:cxn modelId="{1C464F79-A17A-4B75-B113-AE814FB71230}" type="presParOf" srcId="{23125EE3-5867-4736-B783-DF43C32AC1BC}" destId="{C7250857-3326-47AC-9DD9-491D1F9C33EF}" srcOrd="1" destOrd="0" presId="urn:microsoft.com/office/officeart/2005/8/layout/process4"/>
    <dgm:cxn modelId="{1991B9EB-856E-41F5-B5EB-E2888410C72D}" type="presParOf" srcId="{23125EE3-5867-4736-B783-DF43C32AC1BC}" destId="{756F5E6D-E5D5-442C-B89A-322EBB438825}" srcOrd="2" destOrd="0" presId="urn:microsoft.com/office/officeart/2005/8/layout/process4"/>
    <dgm:cxn modelId="{2AC0AC56-69A3-4BE8-B3B4-09EA87069F23}" type="presParOf" srcId="{756F5E6D-E5D5-442C-B89A-322EBB438825}" destId="{C2FCBD97-0134-4745-8816-982A0D40F4C9}" srcOrd="0" destOrd="0" presId="urn:microsoft.com/office/officeart/2005/8/layout/process4"/>
    <dgm:cxn modelId="{5031ACC1-3A5C-4EEF-BD0E-F9D6A13E056D}" type="presParOf" srcId="{756F5E6D-E5D5-442C-B89A-322EBB438825}" destId="{304FC441-7ADA-4B2A-9753-D9B1D5116F1A}" srcOrd="1" destOrd="0" presId="urn:microsoft.com/office/officeart/2005/8/layout/process4"/>
    <dgm:cxn modelId="{FF250777-37A8-4081-89B4-29E4C1EFB1E7}" type="presParOf" srcId="{756F5E6D-E5D5-442C-B89A-322EBB438825}" destId="{AC2B2E0E-B7C1-438A-8C27-D9E91276A0E5}" srcOrd="2" destOrd="0" presId="urn:microsoft.com/office/officeart/2005/8/layout/process4"/>
    <dgm:cxn modelId="{7A4C9596-7AEB-4A0B-8905-85BC72992922}" type="presParOf" srcId="{C77E270F-4549-43D5-9C14-E3573138141D}" destId="{D2A7FFD0-9752-4E1A-A2FF-B070A2D08835}" srcOrd="1" destOrd="0" presId="urn:microsoft.com/office/officeart/2005/8/layout/process4"/>
    <dgm:cxn modelId="{24D12DD9-9045-4299-8CDB-702D440499D2}" type="presParOf" srcId="{C77E270F-4549-43D5-9C14-E3573138141D}" destId="{7142A7BA-AEEA-4300-B2FD-50BD43891782}" srcOrd="2" destOrd="0" presId="urn:microsoft.com/office/officeart/2005/8/layout/process4"/>
    <dgm:cxn modelId="{FC063F2E-3313-4B95-8232-E2B5925A3CA4}" type="presParOf" srcId="{7142A7BA-AEEA-4300-B2FD-50BD43891782}" destId="{20943F30-C4F2-4078-8DA0-14F47860F6A8}" srcOrd="0" destOrd="0" presId="urn:microsoft.com/office/officeart/2005/8/layout/process4"/>
    <dgm:cxn modelId="{B8DCD119-BDA7-4783-B7CD-518BAED3AEA3}" type="presParOf" srcId="{7142A7BA-AEEA-4300-B2FD-50BD43891782}" destId="{EF2DFE5C-CAC9-4FBE-A232-7C3DD0C232DE}" srcOrd="1" destOrd="0" presId="urn:microsoft.com/office/officeart/2005/8/layout/process4"/>
    <dgm:cxn modelId="{8FD001CA-1C30-4DAD-AAD7-9D4354FE8E82}" type="presParOf" srcId="{7142A7BA-AEEA-4300-B2FD-50BD43891782}" destId="{2722A437-2C95-409D-81E8-93ACE673E424}" srcOrd="2" destOrd="0" presId="urn:microsoft.com/office/officeart/2005/8/layout/process4"/>
    <dgm:cxn modelId="{2E011334-D450-4346-8F18-066E30789371}" type="presParOf" srcId="{2722A437-2C95-409D-81E8-93ACE673E424}" destId="{69CAC31F-1EC8-4824-9A9F-3B408654841B}" srcOrd="0" destOrd="0" presId="urn:microsoft.com/office/officeart/2005/8/layout/process4"/>
    <dgm:cxn modelId="{DD7DB225-31FB-43CA-8AE0-27F6E1049C38}" type="presParOf" srcId="{2722A437-2C95-409D-81E8-93ACE673E424}" destId="{07C3AB8B-308D-4D9C-BB36-46E0191A3765}" srcOrd="1" destOrd="0" presId="urn:microsoft.com/office/officeart/2005/8/layout/process4"/>
    <dgm:cxn modelId="{CA534837-9C0C-4236-81B2-DC71B65DDB82}" type="presParOf" srcId="{C77E270F-4549-43D5-9C14-E3573138141D}" destId="{A4982F4E-0112-4929-BECF-40DCAF11A409}" srcOrd="3" destOrd="0" presId="urn:microsoft.com/office/officeart/2005/8/layout/process4"/>
    <dgm:cxn modelId="{A8B80165-5CB9-4B54-8FBE-4AFF0C38C5BD}" type="presParOf" srcId="{C77E270F-4549-43D5-9C14-E3573138141D}" destId="{15AC78F4-01C3-4F43-BB16-25C663FE755D}" srcOrd="4" destOrd="0" presId="urn:microsoft.com/office/officeart/2005/8/layout/process4"/>
    <dgm:cxn modelId="{67E71FBF-49BD-417E-9F05-04F83C9B2E09}" type="presParOf" srcId="{15AC78F4-01C3-4F43-BB16-25C663FE755D}" destId="{A4FEDD7D-EBB2-4EB5-B7F0-B12012557145}" srcOrd="0" destOrd="0" presId="urn:microsoft.com/office/officeart/2005/8/layout/process4"/>
    <dgm:cxn modelId="{8C25F8E6-DABE-482A-83D6-2F8C32DFE75D}" type="presParOf" srcId="{15AC78F4-01C3-4F43-BB16-25C663FE755D}" destId="{31CD76EF-F845-4432-90D3-ADBE728768F6}" srcOrd="1" destOrd="0" presId="urn:microsoft.com/office/officeart/2005/8/layout/process4"/>
    <dgm:cxn modelId="{3CDE1A3E-388A-4241-834B-DF007F5B9D2C}" type="presParOf" srcId="{15AC78F4-01C3-4F43-BB16-25C663FE755D}" destId="{DB67CF98-3E6E-4B35-8890-796AE1BC9323}" srcOrd="2" destOrd="0" presId="urn:microsoft.com/office/officeart/2005/8/layout/process4"/>
    <dgm:cxn modelId="{14FE72C2-253C-4B36-A7A4-6B6FD31C5005}" type="presParOf" srcId="{DB67CF98-3E6E-4B35-8890-796AE1BC9323}" destId="{6FAD0453-5B46-4134-BD23-5B3FBFF9DC27}" srcOrd="0" destOrd="0" presId="urn:microsoft.com/office/officeart/2005/8/layout/process4"/>
    <dgm:cxn modelId="{405EDBEA-891A-425E-A6CD-314C98DE5E3F}" type="presParOf" srcId="{DB67CF98-3E6E-4B35-8890-796AE1BC9323}" destId="{2E94D569-D861-47FD-A4D7-329EE1E8D3AE}" srcOrd="1" destOrd="0" presId="urn:microsoft.com/office/officeart/2005/8/layout/process4"/>
    <dgm:cxn modelId="{2B17892F-49A3-4E4A-A586-25CCD6FBE001}" type="presParOf" srcId="{DB67CF98-3E6E-4B35-8890-796AE1BC9323}" destId="{3E3BFBD2-6F37-42AC-8C87-233E71B6E8A3}" srcOrd="2" destOrd="0" presId="urn:microsoft.com/office/officeart/2005/8/layout/process4"/>
    <dgm:cxn modelId="{450C6496-FE1A-4C55-B6EE-64FA8DB63741}" type="presParOf" srcId="{C77E270F-4549-43D5-9C14-E3573138141D}" destId="{B8ED675B-BC94-4A12-B3D0-BB3A8F0AF1A9}" srcOrd="5" destOrd="0" presId="urn:microsoft.com/office/officeart/2005/8/layout/process4"/>
    <dgm:cxn modelId="{67BA1CBE-B31D-479E-ACF4-E7B3C7D119E3}" type="presParOf" srcId="{C77E270F-4549-43D5-9C14-E3573138141D}" destId="{A2DE4AF9-511B-4CD8-99FC-F1DEACCAE146}" srcOrd="6" destOrd="0" presId="urn:microsoft.com/office/officeart/2005/8/layout/process4"/>
    <dgm:cxn modelId="{BE44497A-91DB-4D9A-BADA-C3AF14B3DE42}" type="presParOf" srcId="{A2DE4AF9-511B-4CD8-99FC-F1DEACCAE146}" destId="{5CF3C4D9-59CC-444D-8879-92D36498F590}" srcOrd="0" destOrd="0" presId="urn:microsoft.com/office/officeart/2005/8/layout/process4"/>
    <dgm:cxn modelId="{68F824D9-2007-4BE0-BB2D-4A1F02AFE829}" type="presParOf" srcId="{A2DE4AF9-511B-4CD8-99FC-F1DEACCAE146}" destId="{AED78472-8F95-4E50-9240-FB37049868B7}" srcOrd="1" destOrd="0" presId="urn:microsoft.com/office/officeart/2005/8/layout/process4"/>
    <dgm:cxn modelId="{58A4DEBF-42C6-488A-B4B1-79C7F73777F8}" type="presParOf" srcId="{A2DE4AF9-511B-4CD8-99FC-F1DEACCAE146}" destId="{CFF28DE4-078F-4DAD-9C8B-41EF36D3F57B}" srcOrd="2" destOrd="0" presId="urn:microsoft.com/office/officeart/2005/8/layout/process4"/>
    <dgm:cxn modelId="{3469A713-1992-4136-B118-B367E4376834}" type="presParOf" srcId="{CFF28DE4-078F-4DAD-9C8B-41EF36D3F57B}" destId="{67E63612-5067-40CC-A67B-2ABFEC637736}" srcOrd="0" destOrd="0" presId="urn:microsoft.com/office/officeart/2005/8/layout/process4"/>
    <dgm:cxn modelId="{7D690B86-6D52-4CB9-80F7-A86F12D815B8}" type="presParOf" srcId="{CFF28DE4-078F-4DAD-9C8B-41EF36D3F57B}" destId="{3E3BE942-23DD-4C8A-B4B5-6066AB26DC5B}" srcOrd="1" destOrd="0" presId="urn:microsoft.com/office/officeart/2005/8/layout/process4"/>
    <dgm:cxn modelId="{BD000CBC-E8BC-40FE-ADC0-C854EBFEB62A}" type="presParOf" srcId="{CFF28DE4-078F-4DAD-9C8B-41EF36D3F57B}" destId="{588704F1-113C-4D07-81E4-751BE50A061F}" srcOrd="2" destOrd="0" presId="urn:microsoft.com/office/officeart/2005/8/layout/process4"/>
    <dgm:cxn modelId="{8EF4603D-D44E-41F7-A423-AEB798DD275B}" type="presParOf" srcId="{C77E270F-4549-43D5-9C14-E3573138141D}" destId="{A243FA82-A07F-4C31-ADB1-64856C5254B7}" srcOrd="7" destOrd="0" presId="urn:microsoft.com/office/officeart/2005/8/layout/process4"/>
    <dgm:cxn modelId="{A7816FA9-C417-416B-883D-97B39B05E0B7}" type="presParOf" srcId="{C77E270F-4549-43D5-9C14-E3573138141D}" destId="{0D9E2F93-65FA-46B2-85F0-6CDC379D5FA2}" srcOrd="8" destOrd="0" presId="urn:microsoft.com/office/officeart/2005/8/layout/process4"/>
    <dgm:cxn modelId="{5E1B8984-0AA7-45F9-AA59-027AF745CB70}" type="presParOf" srcId="{0D9E2F93-65FA-46B2-85F0-6CDC379D5FA2}" destId="{B56DB015-DF6F-4497-81CE-024F5DB6CDCB}" srcOrd="0" destOrd="0" presId="urn:microsoft.com/office/officeart/2005/8/layout/process4"/>
    <dgm:cxn modelId="{5D9638FF-0469-436D-AEAE-568F41F4F746}" type="presParOf" srcId="{0D9E2F93-65FA-46B2-85F0-6CDC379D5FA2}" destId="{C3BD9353-CE3B-4753-9C00-002AB234A5D4}" srcOrd="1" destOrd="0" presId="urn:microsoft.com/office/officeart/2005/8/layout/process4"/>
    <dgm:cxn modelId="{00E51EB0-2AB3-4DB2-B031-22E007CD9D22}" type="presParOf" srcId="{0D9E2F93-65FA-46B2-85F0-6CDC379D5FA2}" destId="{AFA6E80C-F4A3-4C92-9365-6F1802FD687B}" srcOrd="2" destOrd="0" presId="urn:microsoft.com/office/officeart/2005/8/layout/process4"/>
    <dgm:cxn modelId="{A18A79F2-A528-4215-8DD6-96A2A5945800}" type="presParOf" srcId="{AFA6E80C-F4A3-4C92-9365-6F1802FD687B}" destId="{B590F897-134B-46D4-80D4-9C54DEB40FF4}" srcOrd="0" destOrd="0" presId="urn:microsoft.com/office/officeart/2005/8/layout/process4"/>
    <dgm:cxn modelId="{14B864A4-2877-48DE-A68B-EDBEE8FAB8F0}" type="presParOf" srcId="{AFA6E80C-F4A3-4C92-9365-6F1802FD687B}" destId="{CEAAE475-AD25-4CC9-A719-585DFBDBF31F}" srcOrd="1" destOrd="0" presId="urn:microsoft.com/office/officeart/2005/8/layout/process4"/>
    <dgm:cxn modelId="{E6E47A08-716B-4DC4-9A81-0B33BAEC9402}" type="presParOf" srcId="{AFA6E80C-F4A3-4C92-9365-6F1802FD687B}" destId="{1353368A-C2B2-4075-842C-7C84BE882EFA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4E6849-0101-4843-9B69-A9A1A2A2D8C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22BB88C-FC00-4830-A24F-1C44E5CCC5F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   ISRO:</a:t>
          </a:r>
          <a:r>
            <a:rPr lang="en-IN" dirty="0"/>
            <a:t> Shadow zone telemetry.</a:t>
          </a:r>
        </a:p>
      </dgm:t>
    </dgm:pt>
    <dgm:pt modelId="{3AE36E16-5BFC-4BB7-A9F6-F0A663D3C515}" type="parTrans" cxnId="{3C0959D2-7548-4B17-8E4F-754B35CFD33B}">
      <dgm:prSet/>
      <dgm:spPr/>
      <dgm:t>
        <a:bodyPr/>
        <a:lstStyle/>
        <a:p>
          <a:endParaRPr lang="en-IN"/>
        </a:p>
      </dgm:t>
    </dgm:pt>
    <dgm:pt modelId="{FFB37522-FF46-4545-91E8-21D26E833E90}" type="sibTrans" cxnId="{3C0959D2-7548-4B17-8E4F-754B35CFD33B}">
      <dgm:prSet/>
      <dgm:spPr/>
      <dgm:t>
        <a:bodyPr/>
        <a:lstStyle/>
        <a:p>
          <a:endParaRPr lang="en-IN"/>
        </a:p>
      </dgm:t>
    </dgm:pt>
    <dgm:pt modelId="{1FA889AF-D1BF-40A5-B8DD-CD2F6440EDA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   First Responders:</a:t>
          </a:r>
          <a:r>
            <a:rPr lang="en-IN" dirty="0"/>
            <a:t> Zero-infrastructure coordination.</a:t>
          </a:r>
        </a:p>
      </dgm:t>
    </dgm:pt>
    <dgm:pt modelId="{630453E7-4AA7-426A-896F-7E727D3C4B57}" type="parTrans" cxnId="{91ED32A9-7C6D-44BC-A612-4BCBCE60E4CB}">
      <dgm:prSet/>
      <dgm:spPr/>
      <dgm:t>
        <a:bodyPr/>
        <a:lstStyle/>
        <a:p>
          <a:endParaRPr lang="en-IN"/>
        </a:p>
      </dgm:t>
    </dgm:pt>
    <dgm:pt modelId="{7C9925FF-960B-4778-BC73-5859899C0D85}" type="sibTrans" cxnId="{91ED32A9-7C6D-44BC-A612-4BCBCE60E4CB}">
      <dgm:prSet/>
      <dgm:spPr/>
      <dgm:t>
        <a:bodyPr/>
        <a:lstStyle/>
        <a:p>
          <a:endParaRPr lang="en-IN"/>
        </a:p>
      </dgm:t>
    </dgm:pt>
    <dgm:pt modelId="{A8C9FD6B-429A-4659-9338-E09762F2E1F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   </a:t>
          </a:r>
          <a:r>
            <a:rPr lang="en-IN" b="1" dirty="0" err="1"/>
            <a:t>Defense</a:t>
          </a:r>
          <a:r>
            <a:rPr lang="en-IN" b="1" dirty="0"/>
            <a:t>:</a:t>
          </a:r>
          <a:r>
            <a:rPr lang="en-IN" dirty="0"/>
            <a:t> Air-gapped operational security.</a:t>
          </a:r>
        </a:p>
      </dgm:t>
    </dgm:pt>
    <dgm:pt modelId="{245104D2-7573-4F3A-910A-51A76F1EBBF4}" type="parTrans" cxnId="{202C86C3-99BB-44A3-8942-BC619C1A87B8}">
      <dgm:prSet/>
      <dgm:spPr/>
      <dgm:t>
        <a:bodyPr/>
        <a:lstStyle/>
        <a:p>
          <a:endParaRPr lang="en-IN"/>
        </a:p>
      </dgm:t>
    </dgm:pt>
    <dgm:pt modelId="{1CB07E9B-7C7F-432D-B42E-79A56E123B2F}" type="sibTrans" cxnId="{202C86C3-99BB-44A3-8942-BC619C1A87B8}">
      <dgm:prSet/>
      <dgm:spPr/>
      <dgm:t>
        <a:bodyPr/>
        <a:lstStyle/>
        <a:p>
          <a:endParaRPr lang="en-IN"/>
        </a:p>
      </dgm:t>
    </dgm:pt>
    <dgm:pt modelId="{D4482386-62C1-4438-B553-1A5D0FEFBF0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   Nation:</a:t>
          </a:r>
          <a:r>
            <a:rPr lang="en-IN" dirty="0"/>
            <a:t> Reduces import dependency.</a:t>
          </a:r>
        </a:p>
      </dgm:t>
    </dgm:pt>
    <dgm:pt modelId="{FFCA8294-A97E-4429-B230-EFEE0B682A49}" type="parTrans" cxnId="{DA31FAB7-A1AC-47E8-9313-E9C6AE3A2111}">
      <dgm:prSet/>
      <dgm:spPr/>
      <dgm:t>
        <a:bodyPr/>
        <a:lstStyle/>
        <a:p>
          <a:endParaRPr lang="en-IN"/>
        </a:p>
      </dgm:t>
    </dgm:pt>
    <dgm:pt modelId="{63A1DCB2-5A96-4F06-88A1-31C7A9223D8F}" type="sibTrans" cxnId="{DA31FAB7-A1AC-47E8-9313-E9C6AE3A2111}">
      <dgm:prSet/>
      <dgm:spPr/>
      <dgm:t>
        <a:bodyPr/>
        <a:lstStyle/>
        <a:p>
          <a:endParaRPr lang="en-IN"/>
        </a:p>
      </dgm:t>
    </dgm:pt>
    <dgm:pt modelId="{B6E7DF3E-8702-4572-9D82-5CF02F1A0C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   Task Forces:</a:t>
          </a:r>
          <a:r>
            <a:rPr lang="en-IN" dirty="0"/>
            <a:t> Eliminates language friction.</a:t>
          </a:r>
        </a:p>
      </dgm:t>
    </dgm:pt>
    <dgm:pt modelId="{81BF4055-C319-4CF8-B5CC-56FB8F626764}" type="parTrans" cxnId="{F7254F72-6477-45A2-A2C1-C8DCE76B980F}">
      <dgm:prSet/>
      <dgm:spPr/>
      <dgm:t>
        <a:bodyPr/>
        <a:lstStyle/>
        <a:p>
          <a:endParaRPr lang="en-IN"/>
        </a:p>
      </dgm:t>
    </dgm:pt>
    <dgm:pt modelId="{435DBA09-912E-4BEA-8103-DE0025384649}" type="sibTrans" cxnId="{F7254F72-6477-45A2-A2C1-C8DCE76B980F}">
      <dgm:prSet/>
      <dgm:spPr/>
      <dgm:t>
        <a:bodyPr/>
        <a:lstStyle/>
        <a:p>
          <a:endParaRPr lang="en-IN"/>
        </a:p>
      </dgm:t>
    </dgm:pt>
    <dgm:pt modelId="{12C9D74D-0A97-41B9-92E4-43B557F07E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  Communities:</a:t>
          </a:r>
          <a:r>
            <a:rPr lang="en-IN" dirty="0"/>
            <a:t> Stronger local trust.</a:t>
          </a:r>
        </a:p>
      </dgm:t>
    </dgm:pt>
    <dgm:pt modelId="{C454DA7E-3932-49D7-9477-D8BBFE86D570}" type="parTrans" cxnId="{6353EBFE-D2B9-4058-B113-713B7A8DE309}">
      <dgm:prSet/>
      <dgm:spPr/>
      <dgm:t>
        <a:bodyPr/>
        <a:lstStyle/>
        <a:p>
          <a:endParaRPr lang="en-IN"/>
        </a:p>
      </dgm:t>
    </dgm:pt>
    <dgm:pt modelId="{689779C0-2B6F-4AFC-8D54-A8AA671E2780}" type="sibTrans" cxnId="{6353EBFE-D2B9-4058-B113-713B7A8DE309}">
      <dgm:prSet/>
      <dgm:spPr/>
      <dgm:t>
        <a:bodyPr/>
        <a:lstStyle/>
        <a:p>
          <a:endParaRPr lang="en-IN"/>
        </a:p>
      </dgm:t>
    </dgm:pt>
    <dgm:pt modelId="{D592E25C-EC8B-47DA-94CA-960E1EA4A72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    Government:</a:t>
          </a:r>
          <a:r>
            <a:rPr lang="en-IN" dirty="0"/>
            <a:t> Simplified live reporting.</a:t>
          </a:r>
        </a:p>
      </dgm:t>
    </dgm:pt>
    <dgm:pt modelId="{C697532E-7A74-42B9-84A4-F2C99CF16367}" type="sibTrans" cxnId="{07C09745-9664-4B9A-A3F1-D0F439F74CBD}">
      <dgm:prSet/>
      <dgm:spPr/>
      <dgm:t>
        <a:bodyPr/>
        <a:lstStyle/>
        <a:p>
          <a:endParaRPr lang="en-IN"/>
        </a:p>
      </dgm:t>
    </dgm:pt>
    <dgm:pt modelId="{FF0E8111-35BE-421C-BF4B-F7EE6098116E}" type="parTrans" cxnId="{07C09745-9664-4B9A-A3F1-D0F439F74CBD}">
      <dgm:prSet/>
      <dgm:spPr/>
      <dgm:t>
        <a:bodyPr/>
        <a:lstStyle/>
        <a:p>
          <a:endParaRPr lang="en-IN"/>
        </a:p>
      </dgm:t>
    </dgm:pt>
    <dgm:pt modelId="{AD0DEE08-8CF6-4E3A-8265-35DA34238C92}" type="pres">
      <dgm:prSet presAssocID="{F24E6849-0101-4843-9B69-A9A1A2A2D8CD}" presName="Name0" presStyleCnt="0">
        <dgm:presLayoutVars>
          <dgm:chMax val="7"/>
          <dgm:chPref val="7"/>
          <dgm:dir/>
        </dgm:presLayoutVars>
      </dgm:prSet>
      <dgm:spPr/>
    </dgm:pt>
    <dgm:pt modelId="{744EE47B-EA6C-458D-B3D0-F1AA3D2E037E}" type="pres">
      <dgm:prSet presAssocID="{F24E6849-0101-4843-9B69-A9A1A2A2D8CD}" presName="Name1" presStyleCnt="0"/>
      <dgm:spPr/>
    </dgm:pt>
    <dgm:pt modelId="{E51F8750-7D93-48DC-9DB9-D41691B4E5D7}" type="pres">
      <dgm:prSet presAssocID="{F24E6849-0101-4843-9B69-A9A1A2A2D8CD}" presName="cycle" presStyleCnt="0"/>
      <dgm:spPr/>
    </dgm:pt>
    <dgm:pt modelId="{10F6E779-71BE-4169-9DA3-34358840D542}" type="pres">
      <dgm:prSet presAssocID="{F24E6849-0101-4843-9B69-A9A1A2A2D8CD}" presName="srcNode" presStyleLbl="node1" presStyleIdx="0" presStyleCnt="7"/>
      <dgm:spPr/>
    </dgm:pt>
    <dgm:pt modelId="{8B96C055-1798-4CEF-821E-52079E359CA4}" type="pres">
      <dgm:prSet presAssocID="{F24E6849-0101-4843-9B69-A9A1A2A2D8CD}" presName="conn" presStyleLbl="parChTrans1D2" presStyleIdx="0" presStyleCnt="1"/>
      <dgm:spPr/>
    </dgm:pt>
    <dgm:pt modelId="{E775A6DE-4E6C-429F-B159-9CD5A4E2DA61}" type="pres">
      <dgm:prSet presAssocID="{F24E6849-0101-4843-9B69-A9A1A2A2D8CD}" presName="extraNode" presStyleLbl="node1" presStyleIdx="0" presStyleCnt="7"/>
      <dgm:spPr/>
    </dgm:pt>
    <dgm:pt modelId="{67DA24AB-D797-4851-8681-34EDE3E3F987}" type="pres">
      <dgm:prSet presAssocID="{F24E6849-0101-4843-9B69-A9A1A2A2D8CD}" presName="dstNode" presStyleLbl="node1" presStyleIdx="0" presStyleCnt="7"/>
      <dgm:spPr/>
    </dgm:pt>
    <dgm:pt modelId="{354E1BA2-9337-4D90-94F0-EC988ED72E80}" type="pres">
      <dgm:prSet presAssocID="{B22BB88C-FC00-4830-A24F-1C44E5CCC5F9}" presName="text_1" presStyleLbl="node1" presStyleIdx="0" presStyleCnt="7">
        <dgm:presLayoutVars>
          <dgm:bulletEnabled val="1"/>
        </dgm:presLayoutVars>
      </dgm:prSet>
      <dgm:spPr/>
    </dgm:pt>
    <dgm:pt modelId="{F156B12B-444A-4BA2-A863-333002A07A47}" type="pres">
      <dgm:prSet presAssocID="{B22BB88C-FC00-4830-A24F-1C44E5CCC5F9}" presName="accent_1" presStyleCnt="0"/>
      <dgm:spPr/>
    </dgm:pt>
    <dgm:pt modelId="{344B8C4C-BD4B-4D73-B529-3DCF3ECED71F}" type="pres">
      <dgm:prSet presAssocID="{B22BB88C-FC00-4830-A24F-1C44E5CCC5F9}" presName="accentRepeatNode" presStyleLbl="solidFgAcc1" presStyleIdx="0" presStyleCnt="7"/>
      <dgm:spPr/>
    </dgm:pt>
    <dgm:pt modelId="{E30C8B26-FD6B-4890-95E4-0B78B7F18137}" type="pres">
      <dgm:prSet presAssocID="{1FA889AF-D1BF-40A5-B8DD-CD2F6440EDA2}" presName="text_2" presStyleLbl="node1" presStyleIdx="1" presStyleCnt="7">
        <dgm:presLayoutVars>
          <dgm:bulletEnabled val="1"/>
        </dgm:presLayoutVars>
      </dgm:prSet>
      <dgm:spPr/>
    </dgm:pt>
    <dgm:pt modelId="{05AFB3DD-89B9-4922-86A8-2A853BA2D2FF}" type="pres">
      <dgm:prSet presAssocID="{1FA889AF-D1BF-40A5-B8DD-CD2F6440EDA2}" presName="accent_2" presStyleCnt="0"/>
      <dgm:spPr/>
    </dgm:pt>
    <dgm:pt modelId="{212D8721-D706-4BC9-BE1F-BA7B250E810D}" type="pres">
      <dgm:prSet presAssocID="{1FA889AF-D1BF-40A5-B8DD-CD2F6440EDA2}" presName="accentRepeatNode" presStyleLbl="solidFgAcc1" presStyleIdx="1" presStyleCnt="7"/>
      <dgm:spPr/>
    </dgm:pt>
    <dgm:pt modelId="{FF95F3A8-A925-45DC-9C49-9B0F73BA1459}" type="pres">
      <dgm:prSet presAssocID="{A8C9FD6B-429A-4659-9338-E09762F2E1F0}" presName="text_3" presStyleLbl="node1" presStyleIdx="2" presStyleCnt="7">
        <dgm:presLayoutVars>
          <dgm:bulletEnabled val="1"/>
        </dgm:presLayoutVars>
      </dgm:prSet>
      <dgm:spPr/>
    </dgm:pt>
    <dgm:pt modelId="{2B3AE7BF-171D-4874-9388-63B205C8098E}" type="pres">
      <dgm:prSet presAssocID="{A8C9FD6B-429A-4659-9338-E09762F2E1F0}" presName="accent_3" presStyleCnt="0"/>
      <dgm:spPr/>
    </dgm:pt>
    <dgm:pt modelId="{7731EB41-3603-4C2C-91B7-BAE7A97831CE}" type="pres">
      <dgm:prSet presAssocID="{A8C9FD6B-429A-4659-9338-E09762F2E1F0}" presName="accentRepeatNode" presStyleLbl="solidFgAcc1" presStyleIdx="2" presStyleCnt="7"/>
      <dgm:spPr/>
    </dgm:pt>
    <dgm:pt modelId="{73102B37-6CCA-41CE-9EF0-D8B695961BE4}" type="pres">
      <dgm:prSet presAssocID="{D4482386-62C1-4438-B553-1A5D0FEFBF04}" presName="text_4" presStyleLbl="node1" presStyleIdx="3" presStyleCnt="7">
        <dgm:presLayoutVars>
          <dgm:bulletEnabled val="1"/>
        </dgm:presLayoutVars>
      </dgm:prSet>
      <dgm:spPr/>
    </dgm:pt>
    <dgm:pt modelId="{8705C6E4-5349-42AC-8028-6A4E30C509A6}" type="pres">
      <dgm:prSet presAssocID="{D4482386-62C1-4438-B553-1A5D0FEFBF04}" presName="accent_4" presStyleCnt="0"/>
      <dgm:spPr/>
    </dgm:pt>
    <dgm:pt modelId="{39CCEA60-BF1D-429E-97DA-202775193A7E}" type="pres">
      <dgm:prSet presAssocID="{D4482386-62C1-4438-B553-1A5D0FEFBF04}" presName="accentRepeatNode" presStyleLbl="solidFgAcc1" presStyleIdx="3" presStyleCnt="7"/>
      <dgm:spPr/>
    </dgm:pt>
    <dgm:pt modelId="{53EE4F43-1C84-40BC-BF2F-6A0270CC4761}" type="pres">
      <dgm:prSet presAssocID="{B6E7DF3E-8702-4572-9D82-5CF02F1A0CFE}" presName="text_5" presStyleLbl="node1" presStyleIdx="4" presStyleCnt="7">
        <dgm:presLayoutVars>
          <dgm:bulletEnabled val="1"/>
        </dgm:presLayoutVars>
      </dgm:prSet>
      <dgm:spPr/>
    </dgm:pt>
    <dgm:pt modelId="{6B29A483-CB6E-43E4-AA98-84C84B93EF0E}" type="pres">
      <dgm:prSet presAssocID="{B6E7DF3E-8702-4572-9D82-5CF02F1A0CFE}" presName="accent_5" presStyleCnt="0"/>
      <dgm:spPr/>
    </dgm:pt>
    <dgm:pt modelId="{D5F11FCD-B51C-4F2E-838E-701EB2F6148E}" type="pres">
      <dgm:prSet presAssocID="{B6E7DF3E-8702-4572-9D82-5CF02F1A0CFE}" presName="accentRepeatNode" presStyleLbl="solidFgAcc1" presStyleIdx="4" presStyleCnt="7"/>
      <dgm:spPr/>
    </dgm:pt>
    <dgm:pt modelId="{8BE9E360-323C-4DDA-A0EA-83745CDB50EF}" type="pres">
      <dgm:prSet presAssocID="{12C9D74D-0A97-41B9-92E4-43B557F07EEE}" presName="text_6" presStyleLbl="node1" presStyleIdx="5" presStyleCnt="7">
        <dgm:presLayoutVars>
          <dgm:bulletEnabled val="1"/>
        </dgm:presLayoutVars>
      </dgm:prSet>
      <dgm:spPr/>
    </dgm:pt>
    <dgm:pt modelId="{47570EFF-FE67-4BFB-8C20-1068B42BB498}" type="pres">
      <dgm:prSet presAssocID="{12C9D74D-0A97-41B9-92E4-43B557F07EEE}" presName="accent_6" presStyleCnt="0"/>
      <dgm:spPr/>
    </dgm:pt>
    <dgm:pt modelId="{294642D3-738E-4FB7-B273-BB7451BFD325}" type="pres">
      <dgm:prSet presAssocID="{12C9D74D-0A97-41B9-92E4-43B557F07EEE}" presName="accentRepeatNode" presStyleLbl="solidFgAcc1" presStyleIdx="5" presStyleCnt="7"/>
      <dgm:spPr/>
    </dgm:pt>
    <dgm:pt modelId="{AC16B8B3-D9E7-49A5-B440-1BF578C04075}" type="pres">
      <dgm:prSet presAssocID="{D592E25C-EC8B-47DA-94CA-960E1EA4A727}" presName="text_7" presStyleLbl="node1" presStyleIdx="6" presStyleCnt="7">
        <dgm:presLayoutVars>
          <dgm:bulletEnabled val="1"/>
        </dgm:presLayoutVars>
      </dgm:prSet>
      <dgm:spPr/>
    </dgm:pt>
    <dgm:pt modelId="{717BC6DA-1178-4E0F-A285-BDEA62859CCF}" type="pres">
      <dgm:prSet presAssocID="{D592E25C-EC8B-47DA-94CA-960E1EA4A727}" presName="accent_7" presStyleCnt="0"/>
      <dgm:spPr/>
    </dgm:pt>
    <dgm:pt modelId="{82040B49-AB7F-46E8-BBAD-81EA711833D0}" type="pres">
      <dgm:prSet presAssocID="{D592E25C-EC8B-47DA-94CA-960E1EA4A727}" presName="accentRepeatNode" presStyleLbl="solidFgAcc1" presStyleIdx="6" presStyleCnt="7" custLinFactNeighborX="-62341" custLinFactNeighborY="-32764"/>
      <dgm:spPr/>
    </dgm:pt>
  </dgm:ptLst>
  <dgm:cxnLst>
    <dgm:cxn modelId="{5DD7A23D-CC11-4504-9A01-CDE112FD5941}" type="presOf" srcId="{B6E7DF3E-8702-4572-9D82-5CF02F1A0CFE}" destId="{53EE4F43-1C84-40BC-BF2F-6A0270CC4761}" srcOrd="0" destOrd="0" presId="urn:microsoft.com/office/officeart/2008/layout/VerticalCurvedList"/>
    <dgm:cxn modelId="{775AFF3E-E731-4309-BBD6-E83AC85EDC2E}" type="presOf" srcId="{A8C9FD6B-429A-4659-9338-E09762F2E1F0}" destId="{FF95F3A8-A925-45DC-9C49-9B0F73BA1459}" srcOrd="0" destOrd="0" presId="urn:microsoft.com/office/officeart/2008/layout/VerticalCurvedList"/>
    <dgm:cxn modelId="{07C09745-9664-4B9A-A3F1-D0F439F74CBD}" srcId="{F24E6849-0101-4843-9B69-A9A1A2A2D8CD}" destId="{D592E25C-EC8B-47DA-94CA-960E1EA4A727}" srcOrd="6" destOrd="0" parTransId="{FF0E8111-35BE-421C-BF4B-F7EE6098116E}" sibTransId="{C697532E-7A74-42B9-84A4-F2C99CF16367}"/>
    <dgm:cxn modelId="{ED3EA948-EEE5-4CAD-A448-7276FFBE2BD4}" type="presOf" srcId="{B22BB88C-FC00-4830-A24F-1C44E5CCC5F9}" destId="{354E1BA2-9337-4D90-94F0-EC988ED72E80}" srcOrd="0" destOrd="0" presId="urn:microsoft.com/office/officeart/2008/layout/VerticalCurvedList"/>
    <dgm:cxn modelId="{F7254F72-6477-45A2-A2C1-C8DCE76B980F}" srcId="{F24E6849-0101-4843-9B69-A9A1A2A2D8CD}" destId="{B6E7DF3E-8702-4572-9D82-5CF02F1A0CFE}" srcOrd="4" destOrd="0" parTransId="{81BF4055-C319-4CF8-B5CC-56FB8F626764}" sibTransId="{435DBA09-912E-4BEA-8103-DE0025384649}"/>
    <dgm:cxn modelId="{D66A117F-882D-416D-BA7A-B2B04221F907}" type="presOf" srcId="{D4482386-62C1-4438-B553-1A5D0FEFBF04}" destId="{73102B37-6CCA-41CE-9EF0-D8B695961BE4}" srcOrd="0" destOrd="0" presId="urn:microsoft.com/office/officeart/2008/layout/VerticalCurvedList"/>
    <dgm:cxn modelId="{26679481-30DD-44A9-9E05-07B4EA8D534F}" type="presOf" srcId="{F24E6849-0101-4843-9B69-A9A1A2A2D8CD}" destId="{AD0DEE08-8CF6-4E3A-8265-35DA34238C92}" srcOrd="0" destOrd="0" presId="urn:microsoft.com/office/officeart/2008/layout/VerticalCurvedList"/>
    <dgm:cxn modelId="{89020382-52F0-4853-815C-E41E87F913FB}" type="presOf" srcId="{D592E25C-EC8B-47DA-94CA-960E1EA4A727}" destId="{AC16B8B3-D9E7-49A5-B440-1BF578C04075}" srcOrd="0" destOrd="0" presId="urn:microsoft.com/office/officeart/2008/layout/VerticalCurvedList"/>
    <dgm:cxn modelId="{F992B782-8794-4D52-AD75-C5CD05ACA1EF}" type="presOf" srcId="{12C9D74D-0A97-41B9-92E4-43B557F07EEE}" destId="{8BE9E360-323C-4DDA-A0EA-83745CDB50EF}" srcOrd="0" destOrd="0" presId="urn:microsoft.com/office/officeart/2008/layout/VerticalCurvedList"/>
    <dgm:cxn modelId="{4B1A04A0-07D6-479B-84D7-99DEBDA2E6BA}" type="presOf" srcId="{1FA889AF-D1BF-40A5-B8DD-CD2F6440EDA2}" destId="{E30C8B26-FD6B-4890-95E4-0B78B7F18137}" srcOrd="0" destOrd="0" presId="urn:microsoft.com/office/officeart/2008/layout/VerticalCurvedList"/>
    <dgm:cxn modelId="{91ED32A9-7C6D-44BC-A612-4BCBCE60E4CB}" srcId="{F24E6849-0101-4843-9B69-A9A1A2A2D8CD}" destId="{1FA889AF-D1BF-40A5-B8DD-CD2F6440EDA2}" srcOrd="1" destOrd="0" parTransId="{630453E7-4AA7-426A-896F-7E727D3C4B57}" sibTransId="{7C9925FF-960B-4778-BC73-5859899C0D85}"/>
    <dgm:cxn modelId="{DA31FAB7-A1AC-47E8-9313-E9C6AE3A2111}" srcId="{F24E6849-0101-4843-9B69-A9A1A2A2D8CD}" destId="{D4482386-62C1-4438-B553-1A5D0FEFBF04}" srcOrd="3" destOrd="0" parTransId="{FFCA8294-A97E-4429-B230-EFEE0B682A49}" sibTransId="{63A1DCB2-5A96-4F06-88A1-31C7A9223D8F}"/>
    <dgm:cxn modelId="{202C86C3-99BB-44A3-8942-BC619C1A87B8}" srcId="{F24E6849-0101-4843-9B69-A9A1A2A2D8CD}" destId="{A8C9FD6B-429A-4659-9338-E09762F2E1F0}" srcOrd="2" destOrd="0" parTransId="{245104D2-7573-4F3A-910A-51A76F1EBBF4}" sibTransId="{1CB07E9B-7C7F-432D-B42E-79A56E123B2F}"/>
    <dgm:cxn modelId="{3C0959D2-7548-4B17-8E4F-754B35CFD33B}" srcId="{F24E6849-0101-4843-9B69-A9A1A2A2D8CD}" destId="{B22BB88C-FC00-4830-A24F-1C44E5CCC5F9}" srcOrd="0" destOrd="0" parTransId="{3AE36E16-5BFC-4BB7-A9F6-F0A663D3C515}" sibTransId="{FFB37522-FF46-4545-91E8-21D26E833E90}"/>
    <dgm:cxn modelId="{7DB360FD-5373-4F5A-86E9-75B9D2839B75}" type="presOf" srcId="{FFB37522-FF46-4545-91E8-21D26E833E90}" destId="{8B96C055-1798-4CEF-821E-52079E359CA4}" srcOrd="0" destOrd="0" presId="urn:microsoft.com/office/officeart/2008/layout/VerticalCurvedList"/>
    <dgm:cxn modelId="{6353EBFE-D2B9-4058-B113-713B7A8DE309}" srcId="{F24E6849-0101-4843-9B69-A9A1A2A2D8CD}" destId="{12C9D74D-0A97-41B9-92E4-43B557F07EEE}" srcOrd="5" destOrd="0" parTransId="{C454DA7E-3932-49D7-9477-D8BBFE86D570}" sibTransId="{689779C0-2B6F-4AFC-8D54-A8AA671E2780}"/>
    <dgm:cxn modelId="{BF3571D8-B4BB-46CF-B306-BF6ADFF92497}" type="presParOf" srcId="{AD0DEE08-8CF6-4E3A-8265-35DA34238C92}" destId="{744EE47B-EA6C-458D-B3D0-F1AA3D2E037E}" srcOrd="0" destOrd="0" presId="urn:microsoft.com/office/officeart/2008/layout/VerticalCurvedList"/>
    <dgm:cxn modelId="{7CD0C211-C733-4561-8B23-593073774A31}" type="presParOf" srcId="{744EE47B-EA6C-458D-B3D0-F1AA3D2E037E}" destId="{E51F8750-7D93-48DC-9DB9-D41691B4E5D7}" srcOrd="0" destOrd="0" presId="urn:microsoft.com/office/officeart/2008/layout/VerticalCurvedList"/>
    <dgm:cxn modelId="{F8987A3C-84DF-4702-8BFB-D70C7E4BF806}" type="presParOf" srcId="{E51F8750-7D93-48DC-9DB9-D41691B4E5D7}" destId="{10F6E779-71BE-4169-9DA3-34358840D542}" srcOrd="0" destOrd="0" presId="urn:microsoft.com/office/officeart/2008/layout/VerticalCurvedList"/>
    <dgm:cxn modelId="{B603146E-7B04-4A43-9ABD-558C718C0767}" type="presParOf" srcId="{E51F8750-7D93-48DC-9DB9-D41691B4E5D7}" destId="{8B96C055-1798-4CEF-821E-52079E359CA4}" srcOrd="1" destOrd="0" presId="urn:microsoft.com/office/officeart/2008/layout/VerticalCurvedList"/>
    <dgm:cxn modelId="{23C7B7B4-2528-42C1-9284-8BB92D6ED79F}" type="presParOf" srcId="{E51F8750-7D93-48DC-9DB9-D41691B4E5D7}" destId="{E775A6DE-4E6C-429F-B159-9CD5A4E2DA61}" srcOrd="2" destOrd="0" presId="urn:microsoft.com/office/officeart/2008/layout/VerticalCurvedList"/>
    <dgm:cxn modelId="{A489B655-2AB8-4F36-9F17-F09A7DD52085}" type="presParOf" srcId="{E51F8750-7D93-48DC-9DB9-D41691B4E5D7}" destId="{67DA24AB-D797-4851-8681-34EDE3E3F987}" srcOrd="3" destOrd="0" presId="urn:microsoft.com/office/officeart/2008/layout/VerticalCurvedList"/>
    <dgm:cxn modelId="{9BCE2D40-AA03-466E-A886-EB5D88B6D8DE}" type="presParOf" srcId="{744EE47B-EA6C-458D-B3D0-F1AA3D2E037E}" destId="{354E1BA2-9337-4D90-94F0-EC988ED72E80}" srcOrd="1" destOrd="0" presId="urn:microsoft.com/office/officeart/2008/layout/VerticalCurvedList"/>
    <dgm:cxn modelId="{3C0C89FB-A63F-433A-84A8-D408DECD2559}" type="presParOf" srcId="{744EE47B-EA6C-458D-B3D0-F1AA3D2E037E}" destId="{F156B12B-444A-4BA2-A863-333002A07A47}" srcOrd="2" destOrd="0" presId="urn:microsoft.com/office/officeart/2008/layout/VerticalCurvedList"/>
    <dgm:cxn modelId="{BE634160-8D0E-46DA-8ACB-68B30944875E}" type="presParOf" srcId="{F156B12B-444A-4BA2-A863-333002A07A47}" destId="{344B8C4C-BD4B-4D73-B529-3DCF3ECED71F}" srcOrd="0" destOrd="0" presId="urn:microsoft.com/office/officeart/2008/layout/VerticalCurvedList"/>
    <dgm:cxn modelId="{D59C90E3-1EDE-416C-A685-A420E169608F}" type="presParOf" srcId="{744EE47B-EA6C-458D-B3D0-F1AA3D2E037E}" destId="{E30C8B26-FD6B-4890-95E4-0B78B7F18137}" srcOrd="3" destOrd="0" presId="urn:microsoft.com/office/officeart/2008/layout/VerticalCurvedList"/>
    <dgm:cxn modelId="{7ACD4FD9-D69E-44A1-8255-74A2F911EDD3}" type="presParOf" srcId="{744EE47B-EA6C-458D-B3D0-F1AA3D2E037E}" destId="{05AFB3DD-89B9-4922-86A8-2A853BA2D2FF}" srcOrd="4" destOrd="0" presId="urn:microsoft.com/office/officeart/2008/layout/VerticalCurvedList"/>
    <dgm:cxn modelId="{3738CDA7-D5BA-4C6B-AF07-BF214E0BEA57}" type="presParOf" srcId="{05AFB3DD-89B9-4922-86A8-2A853BA2D2FF}" destId="{212D8721-D706-4BC9-BE1F-BA7B250E810D}" srcOrd="0" destOrd="0" presId="urn:microsoft.com/office/officeart/2008/layout/VerticalCurvedList"/>
    <dgm:cxn modelId="{F13C06C6-3306-471E-9F70-6AEBB9CD4D64}" type="presParOf" srcId="{744EE47B-EA6C-458D-B3D0-F1AA3D2E037E}" destId="{FF95F3A8-A925-45DC-9C49-9B0F73BA1459}" srcOrd="5" destOrd="0" presId="urn:microsoft.com/office/officeart/2008/layout/VerticalCurvedList"/>
    <dgm:cxn modelId="{5247C506-ED74-40E0-A1C0-F88C0DA18089}" type="presParOf" srcId="{744EE47B-EA6C-458D-B3D0-F1AA3D2E037E}" destId="{2B3AE7BF-171D-4874-9388-63B205C8098E}" srcOrd="6" destOrd="0" presId="urn:microsoft.com/office/officeart/2008/layout/VerticalCurvedList"/>
    <dgm:cxn modelId="{486ACCA8-C8E2-4CE4-8002-E313659A96D6}" type="presParOf" srcId="{2B3AE7BF-171D-4874-9388-63B205C8098E}" destId="{7731EB41-3603-4C2C-91B7-BAE7A97831CE}" srcOrd="0" destOrd="0" presId="urn:microsoft.com/office/officeart/2008/layout/VerticalCurvedList"/>
    <dgm:cxn modelId="{DE11411A-B24E-4ACE-A8DF-831FE7164944}" type="presParOf" srcId="{744EE47B-EA6C-458D-B3D0-F1AA3D2E037E}" destId="{73102B37-6CCA-41CE-9EF0-D8B695961BE4}" srcOrd="7" destOrd="0" presId="urn:microsoft.com/office/officeart/2008/layout/VerticalCurvedList"/>
    <dgm:cxn modelId="{8E6F1FE7-050D-48DB-B36A-3AA7D3C51842}" type="presParOf" srcId="{744EE47B-EA6C-458D-B3D0-F1AA3D2E037E}" destId="{8705C6E4-5349-42AC-8028-6A4E30C509A6}" srcOrd="8" destOrd="0" presId="urn:microsoft.com/office/officeart/2008/layout/VerticalCurvedList"/>
    <dgm:cxn modelId="{EACD72E6-6623-43E3-816C-472C92C4C3F9}" type="presParOf" srcId="{8705C6E4-5349-42AC-8028-6A4E30C509A6}" destId="{39CCEA60-BF1D-429E-97DA-202775193A7E}" srcOrd="0" destOrd="0" presId="urn:microsoft.com/office/officeart/2008/layout/VerticalCurvedList"/>
    <dgm:cxn modelId="{425C0B30-0E16-42BB-AF08-9FF09872552A}" type="presParOf" srcId="{744EE47B-EA6C-458D-B3D0-F1AA3D2E037E}" destId="{53EE4F43-1C84-40BC-BF2F-6A0270CC4761}" srcOrd="9" destOrd="0" presId="urn:microsoft.com/office/officeart/2008/layout/VerticalCurvedList"/>
    <dgm:cxn modelId="{F4578D23-B050-4A26-8D91-D824175948A3}" type="presParOf" srcId="{744EE47B-EA6C-458D-B3D0-F1AA3D2E037E}" destId="{6B29A483-CB6E-43E4-AA98-84C84B93EF0E}" srcOrd="10" destOrd="0" presId="urn:microsoft.com/office/officeart/2008/layout/VerticalCurvedList"/>
    <dgm:cxn modelId="{D69701D3-4FFD-4468-9E12-3703D104C14A}" type="presParOf" srcId="{6B29A483-CB6E-43E4-AA98-84C84B93EF0E}" destId="{D5F11FCD-B51C-4F2E-838E-701EB2F6148E}" srcOrd="0" destOrd="0" presId="urn:microsoft.com/office/officeart/2008/layout/VerticalCurvedList"/>
    <dgm:cxn modelId="{0C3B95D9-CE9D-4F66-8C22-289D5DDEB95D}" type="presParOf" srcId="{744EE47B-EA6C-458D-B3D0-F1AA3D2E037E}" destId="{8BE9E360-323C-4DDA-A0EA-83745CDB50EF}" srcOrd="11" destOrd="0" presId="urn:microsoft.com/office/officeart/2008/layout/VerticalCurvedList"/>
    <dgm:cxn modelId="{8902D0C3-DF81-4AC1-979A-15B5396FF139}" type="presParOf" srcId="{744EE47B-EA6C-458D-B3D0-F1AA3D2E037E}" destId="{47570EFF-FE67-4BFB-8C20-1068B42BB498}" srcOrd="12" destOrd="0" presId="urn:microsoft.com/office/officeart/2008/layout/VerticalCurvedList"/>
    <dgm:cxn modelId="{274571D4-A715-47FD-9DC1-A4CEC7922EE0}" type="presParOf" srcId="{47570EFF-FE67-4BFB-8C20-1068B42BB498}" destId="{294642D3-738E-4FB7-B273-BB7451BFD325}" srcOrd="0" destOrd="0" presId="urn:microsoft.com/office/officeart/2008/layout/VerticalCurvedList"/>
    <dgm:cxn modelId="{44B9849F-51E5-41E0-9C8E-AC22407DC952}" type="presParOf" srcId="{744EE47B-EA6C-458D-B3D0-F1AA3D2E037E}" destId="{AC16B8B3-D9E7-49A5-B440-1BF578C04075}" srcOrd="13" destOrd="0" presId="urn:microsoft.com/office/officeart/2008/layout/VerticalCurvedList"/>
    <dgm:cxn modelId="{7040D9AE-987D-42C5-B02F-563A407F9442}" type="presParOf" srcId="{744EE47B-EA6C-458D-B3D0-F1AA3D2E037E}" destId="{717BC6DA-1178-4E0F-A285-BDEA62859CCF}" srcOrd="14" destOrd="0" presId="urn:microsoft.com/office/officeart/2008/layout/VerticalCurvedList"/>
    <dgm:cxn modelId="{7EBBB073-5C9C-41F0-9C7E-2AD64D61BB0D}" type="presParOf" srcId="{717BC6DA-1178-4E0F-A285-BDEA62859CCF}" destId="{82040B49-AB7F-46E8-BBAD-81EA711833D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50857-3326-47AC-9DD9-491D1F9C33EF}">
      <dsp:nvSpPr>
        <dsp:cNvPr id="0" name=""/>
        <dsp:cNvSpPr/>
      </dsp:nvSpPr>
      <dsp:spPr>
        <a:xfrm>
          <a:off x="0" y="3010566"/>
          <a:ext cx="3092624" cy="49390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6. Local TTS and Playback</a:t>
          </a:r>
          <a:endParaRPr lang="en-IN" sz="1400" kern="1200" dirty="0"/>
        </a:p>
      </dsp:txBody>
      <dsp:txXfrm>
        <a:off x="0" y="3010566"/>
        <a:ext cx="3092624" cy="266710"/>
      </dsp:txXfrm>
    </dsp:sp>
    <dsp:sp modelId="{C2FCBD97-0134-4745-8816-982A0D40F4C9}">
      <dsp:nvSpPr>
        <dsp:cNvPr id="0" name=""/>
        <dsp:cNvSpPr/>
      </dsp:nvSpPr>
      <dsp:spPr>
        <a:xfrm>
          <a:off x="1510" y="3267398"/>
          <a:ext cx="1029867" cy="227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kern="1200" dirty="0" err="1"/>
            <a:t>IndicTTS</a:t>
          </a:r>
          <a:r>
            <a:rPr lang="en-IN" sz="800" kern="1200" dirty="0"/>
            <a:t> (ONNX INT8)</a:t>
          </a:r>
        </a:p>
      </dsp:txBody>
      <dsp:txXfrm>
        <a:off x="1510" y="3267398"/>
        <a:ext cx="1029867" cy="227197"/>
      </dsp:txXfrm>
    </dsp:sp>
    <dsp:sp modelId="{304FC441-7ADA-4B2A-9753-D9B1D5116F1A}">
      <dsp:nvSpPr>
        <dsp:cNvPr id="0" name=""/>
        <dsp:cNvSpPr/>
      </dsp:nvSpPr>
      <dsp:spPr>
        <a:xfrm>
          <a:off x="1031378" y="3267398"/>
          <a:ext cx="1029867" cy="227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kern="1200" dirty="0"/>
            <a:t>Synthesize speech</a:t>
          </a:r>
        </a:p>
      </dsp:txBody>
      <dsp:txXfrm>
        <a:off x="1031378" y="3267398"/>
        <a:ext cx="1029867" cy="227197"/>
      </dsp:txXfrm>
    </dsp:sp>
    <dsp:sp modelId="{AC2B2E0E-B7C1-438A-8C27-D9E91276A0E5}">
      <dsp:nvSpPr>
        <dsp:cNvPr id="0" name=""/>
        <dsp:cNvSpPr/>
      </dsp:nvSpPr>
      <dsp:spPr>
        <a:xfrm>
          <a:off x="2061245" y="3267398"/>
          <a:ext cx="1029867" cy="227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kern="1200" dirty="0"/>
            <a:t>Audio Output</a:t>
          </a:r>
        </a:p>
      </dsp:txBody>
      <dsp:txXfrm>
        <a:off x="2061245" y="3267398"/>
        <a:ext cx="1029867" cy="227197"/>
      </dsp:txXfrm>
    </dsp:sp>
    <dsp:sp modelId="{EF2DFE5C-CAC9-4FBE-A232-7C3DD0C232DE}">
      <dsp:nvSpPr>
        <dsp:cNvPr id="0" name=""/>
        <dsp:cNvSpPr/>
      </dsp:nvSpPr>
      <dsp:spPr>
        <a:xfrm rot="10800000">
          <a:off x="0" y="2258343"/>
          <a:ext cx="3092624" cy="759631"/>
        </a:xfrm>
        <a:prstGeom prst="upArrowCallout">
          <a:avLst/>
        </a:prstGeom>
        <a:solidFill>
          <a:schemeClr val="accent1">
            <a:shade val="80000"/>
            <a:hueOff val="76561"/>
            <a:satOff val="-1098"/>
            <a:lumOff val="64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Socket Reception and Dispatch</a:t>
          </a:r>
          <a:endParaRPr lang="en-IN" sz="1400" kern="1200" dirty="0"/>
        </a:p>
      </dsp:txBody>
      <dsp:txXfrm rot="-10800000">
        <a:off x="0" y="2258343"/>
        <a:ext cx="3092624" cy="266630"/>
      </dsp:txXfrm>
    </dsp:sp>
    <dsp:sp modelId="{69CAC31F-1EC8-4824-9A9F-3B408654841B}">
      <dsp:nvSpPr>
        <dsp:cNvPr id="0" name=""/>
        <dsp:cNvSpPr/>
      </dsp:nvSpPr>
      <dsp:spPr>
        <a:xfrm>
          <a:off x="0" y="2524974"/>
          <a:ext cx="1546311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kern="1200" dirty="0"/>
            <a:t>Receive and parse message</a:t>
          </a:r>
        </a:p>
      </dsp:txBody>
      <dsp:txXfrm>
        <a:off x="0" y="2524974"/>
        <a:ext cx="1546311" cy="227129"/>
      </dsp:txXfrm>
    </dsp:sp>
    <dsp:sp modelId="{07C3AB8B-308D-4D9C-BB36-46E0191A3765}">
      <dsp:nvSpPr>
        <dsp:cNvPr id="0" name=""/>
        <dsp:cNvSpPr/>
      </dsp:nvSpPr>
      <dsp:spPr>
        <a:xfrm>
          <a:off x="1546312" y="2524974"/>
          <a:ext cx="1546311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b="1" kern="1200" dirty="0"/>
            <a:t>Dispatch to TTS module</a:t>
          </a:r>
        </a:p>
      </dsp:txBody>
      <dsp:txXfrm>
        <a:off x="1546312" y="2524974"/>
        <a:ext cx="1546311" cy="227129"/>
      </dsp:txXfrm>
    </dsp:sp>
    <dsp:sp modelId="{31CD76EF-F845-4432-90D3-ADBE728768F6}">
      <dsp:nvSpPr>
        <dsp:cNvPr id="0" name=""/>
        <dsp:cNvSpPr/>
      </dsp:nvSpPr>
      <dsp:spPr>
        <a:xfrm rot="10800000">
          <a:off x="0" y="1506121"/>
          <a:ext cx="3092624" cy="759631"/>
        </a:xfrm>
        <a:prstGeom prst="upArrowCallou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P2P Transport and Failover</a:t>
          </a:r>
          <a:endParaRPr lang="en-IN" sz="1400" kern="1200" dirty="0"/>
        </a:p>
      </dsp:txBody>
      <dsp:txXfrm rot="-10800000">
        <a:off x="0" y="1506121"/>
        <a:ext cx="3092624" cy="266630"/>
      </dsp:txXfrm>
    </dsp:sp>
    <dsp:sp modelId="{6FAD0453-5B46-4134-BD23-5B3FBFF9DC27}">
      <dsp:nvSpPr>
        <dsp:cNvPr id="0" name=""/>
        <dsp:cNvSpPr/>
      </dsp:nvSpPr>
      <dsp:spPr>
        <a:xfrm>
          <a:off x="1510" y="1772751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1" kern="1200" dirty="0" err="1"/>
            <a:t>ProtoBuf</a:t>
          </a:r>
          <a:endParaRPr lang="en-IN" sz="800" b="1" kern="1200" dirty="0"/>
        </a:p>
      </dsp:txBody>
      <dsp:txXfrm>
        <a:off x="1510" y="1772751"/>
        <a:ext cx="1029867" cy="227129"/>
      </dsp:txXfrm>
    </dsp:sp>
    <dsp:sp modelId="{2E94D569-D861-47FD-A4D7-329EE1E8D3AE}">
      <dsp:nvSpPr>
        <dsp:cNvPr id="0" name=""/>
        <dsp:cNvSpPr/>
      </dsp:nvSpPr>
      <dsp:spPr>
        <a:xfrm>
          <a:off x="1031378" y="1772751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kern="1200" dirty="0"/>
            <a:t>Send via </a:t>
          </a:r>
          <a:r>
            <a:rPr lang="en-IN" sz="800" b="1" kern="1200" dirty="0"/>
            <a:t>Wi-Fi Direct</a:t>
          </a:r>
        </a:p>
      </dsp:txBody>
      <dsp:txXfrm>
        <a:off x="1031378" y="1772751"/>
        <a:ext cx="1029867" cy="227129"/>
      </dsp:txXfrm>
    </dsp:sp>
    <dsp:sp modelId="{3E3BFBD2-6F37-42AC-8C87-233E71B6E8A3}">
      <dsp:nvSpPr>
        <dsp:cNvPr id="0" name=""/>
        <dsp:cNvSpPr/>
      </dsp:nvSpPr>
      <dsp:spPr>
        <a:xfrm>
          <a:off x="2061245" y="1772751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kern="1200" dirty="0"/>
            <a:t>Fallback (</a:t>
          </a:r>
          <a:r>
            <a:rPr lang="en-IN" sz="800" b="1" kern="1200" dirty="0"/>
            <a:t>Bluetooth RFCOMM)</a:t>
          </a:r>
        </a:p>
      </dsp:txBody>
      <dsp:txXfrm>
        <a:off x="2061245" y="1772751"/>
        <a:ext cx="1029867" cy="227129"/>
      </dsp:txXfrm>
    </dsp:sp>
    <dsp:sp modelId="{AED78472-8F95-4E50-9240-FB37049868B7}">
      <dsp:nvSpPr>
        <dsp:cNvPr id="0" name=""/>
        <dsp:cNvSpPr/>
      </dsp:nvSpPr>
      <dsp:spPr>
        <a:xfrm rot="10800000">
          <a:off x="0" y="753898"/>
          <a:ext cx="3092624" cy="759631"/>
        </a:xfrm>
        <a:prstGeom prst="upArrowCallout">
          <a:avLst/>
        </a:prstGeom>
        <a:solidFill>
          <a:schemeClr val="accent1">
            <a:shade val="80000"/>
            <a:hueOff val="229684"/>
            <a:satOff val="-3294"/>
            <a:lumOff val="19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Local STT Inference</a:t>
          </a:r>
          <a:endParaRPr lang="en-IN" sz="1400" kern="1200" dirty="0"/>
        </a:p>
      </dsp:txBody>
      <dsp:txXfrm rot="-10800000">
        <a:off x="0" y="753898"/>
        <a:ext cx="3092624" cy="266630"/>
      </dsp:txXfrm>
    </dsp:sp>
    <dsp:sp modelId="{67E63612-5067-40CC-A67B-2ABFEC637736}">
      <dsp:nvSpPr>
        <dsp:cNvPr id="0" name=""/>
        <dsp:cNvSpPr/>
      </dsp:nvSpPr>
      <dsp:spPr>
        <a:xfrm>
          <a:off x="1510" y="1020529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1" kern="1200" dirty="0" err="1"/>
            <a:t>IndicConformer</a:t>
          </a:r>
          <a:r>
            <a:rPr lang="en-IN" sz="900" b="1" kern="1200" dirty="0"/>
            <a:t> STT</a:t>
          </a:r>
        </a:p>
      </dsp:txBody>
      <dsp:txXfrm>
        <a:off x="1510" y="1020529"/>
        <a:ext cx="1029867" cy="227129"/>
      </dsp:txXfrm>
    </dsp:sp>
    <dsp:sp modelId="{3E3BE942-23DD-4C8A-B4B5-6066AB26DC5B}">
      <dsp:nvSpPr>
        <dsp:cNvPr id="0" name=""/>
        <dsp:cNvSpPr/>
      </dsp:nvSpPr>
      <dsp:spPr>
        <a:xfrm>
          <a:off x="1031378" y="1020529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kern="1200" dirty="0"/>
            <a:t>speech to text locally</a:t>
          </a:r>
        </a:p>
      </dsp:txBody>
      <dsp:txXfrm>
        <a:off x="1031378" y="1020529"/>
        <a:ext cx="1029867" cy="227129"/>
      </dsp:txXfrm>
    </dsp:sp>
    <dsp:sp modelId="{588704F1-113C-4D07-81E4-751BE50A061F}">
      <dsp:nvSpPr>
        <dsp:cNvPr id="0" name=""/>
        <dsp:cNvSpPr/>
      </dsp:nvSpPr>
      <dsp:spPr>
        <a:xfrm>
          <a:off x="2061245" y="1020529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kern="1200" dirty="0"/>
            <a:t>Text Output</a:t>
          </a:r>
        </a:p>
      </dsp:txBody>
      <dsp:txXfrm>
        <a:off x="2061245" y="1020529"/>
        <a:ext cx="1029867" cy="227129"/>
      </dsp:txXfrm>
    </dsp:sp>
    <dsp:sp modelId="{C3BD9353-CE3B-4753-9C00-002AB234A5D4}">
      <dsp:nvSpPr>
        <dsp:cNvPr id="0" name=""/>
        <dsp:cNvSpPr/>
      </dsp:nvSpPr>
      <dsp:spPr>
        <a:xfrm rot="10800000">
          <a:off x="0" y="1676"/>
          <a:ext cx="3092624" cy="759631"/>
        </a:xfrm>
        <a:prstGeom prst="upArrowCallou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Audio Capture and VAD</a:t>
          </a:r>
        </a:p>
      </dsp:txBody>
      <dsp:txXfrm rot="-10800000">
        <a:off x="0" y="1676"/>
        <a:ext cx="3092624" cy="266630"/>
      </dsp:txXfrm>
    </dsp:sp>
    <dsp:sp modelId="{B590F897-134B-46D4-80D4-9C54DEB40FF4}">
      <dsp:nvSpPr>
        <dsp:cNvPr id="0" name=""/>
        <dsp:cNvSpPr/>
      </dsp:nvSpPr>
      <dsp:spPr>
        <a:xfrm>
          <a:off x="1510" y="268306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800" b="1" kern="1200" dirty="0"/>
            <a:t>Capture 16 kHz Aud</a:t>
          </a:r>
        </a:p>
      </dsp:txBody>
      <dsp:txXfrm>
        <a:off x="1510" y="268306"/>
        <a:ext cx="1029867" cy="227129"/>
      </dsp:txXfrm>
    </dsp:sp>
    <dsp:sp modelId="{CEAAE475-AD25-4CC9-A719-585DFBDBF31F}">
      <dsp:nvSpPr>
        <dsp:cNvPr id="0" name=""/>
        <dsp:cNvSpPr/>
      </dsp:nvSpPr>
      <dsp:spPr>
        <a:xfrm>
          <a:off x="1031378" y="268306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kern="1200" dirty="0"/>
            <a:t>VAD</a:t>
          </a:r>
        </a:p>
      </dsp:txBody>
      <dsp:txXfrm>
        <a:off x="1031378" y="268306"/>
        <a:ext cx="1029867" cy="227129"/>
      </dsp:txXfrm>
    </dsp:sp>
    <dsp:sp modelId="{1353368A-C2B2-4075-842C-7C84BE882EFA}">
      <dsp:nvSpPr>
        <dsp:cNvPr id="0" name=""/>
        <dsp:cNvSpPr/>
      </dsp:nvSpPr>
      <dsp:spPr>
        <a:xfrm>
          <a:off x="2061245" y="268306"/>
          <a:ext cx="1029867" cy="227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kern="1200" dirty="0"/>
            <a:t>Detect speech Locally</a:t>
          </a:r>
        </a:p>
      </dsp:txBody>
      <dsp:txXfrm>
        <a:off x="2061245" y="268306"/>
        <a:ext cx="1029867" cy="2271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6C055-1798-4CEF-821E-52079E359CA4}">
      <dsp:nvSpPr>
        <dsp:cNvPr id="0" name=""/>
        <dsp:cNvSpPr/>
      </dsp:nvSpPr>
      <dsp:spPr>
        <a:xfrm>
          <a:off x="-3262577" y="-501945"/>
          <a:ext cx="3890782" cy="3890782"/>
        </a:xfrm>
        <a:prstGeom prst="blockArc">
          <a:avLst>
            <a:gd name="adj1" fmla="val 18900000"/>
            <a:gd name="adj2" fmla="val 2700000"/>
            <a:gd name="adj3" fmla="val 55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4E1BA2-9337-4D90-94F0-EC988ED72E80}">
      <dsp:nvSpPr>
        <dsp:cNvPr id="0" name=""/>
        <dsp:cNvSpPr/>
      </dsp:nvSpPr>
      <dsp:spPr>
        <a:xfrm>
          <a:off x="204460" y="131238"/>
          <a:ext cx="4333985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   ISRO:</a:t>
          </a:r>
          <a:r>
            <a:rPr lang="en-IN" sz="1300" kern="1200" dirty="0"/>
            <a:t> Shadow zone telemetry.</a:t>
          </a:r>
        </a:p>
      </dsp:txBody>
      <dsp:txXfrm>
        <a:off x="204460" y="131238"/>
        <a:ext cx="4333985" cy="262360"/>
      </dsp:txXfrm>
    </dsp:sp>
    <dsp:sp modelId="{344B8C4C-BD4B-4D73-B529-3DCF3ECED71F}">
      <dsp:nvSpPr>
        <dsp:cNvPr id="0" name=""/>
        <dsp:cNvSpPr/>
      </dsp:nvSpPr>
      <dsp:spPr>
        <a:xfrm>
          <a:off x="40484" y="98443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C8B26-FD6B-4890-95E4-0B78B7F18137}">
      <dsp:nvSpPr>
        <dsp:cNvPr id="0" name=""/>
        <dsp:cNvSpPr/>
      </dsp:nvSpPr>
      <dsp:spPr>
        <a:xfrm>
          <a:off x="442051" y="525010"/>
          <a:ext cx="4096394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   First Responders:</a:t>
          </a:r>
          <a:r>
            <a:rPr lang="en-IN" sz="1300" kern="1200" dirty="0"/>
            <a:t> Zero-infrastructure coordination.</a:t>
          </a:r>
        </a:p>
      </dsp:txBody>
      <dsp:txXfrm>
        <a:off x="442051" y="525010"/>
        <a:ext cx="4096394" cy="262360"/>
      </dsp:txXfrm>
    </dsp:sp>
    <dsp:sp modelId="{212D8721-D706-4BC9-BE1F-BA7B250E810D}">
      <dsp:nvSpPr>
        <dsp:cNvPr id="0" name=""/>
        <dsp:cNvSpPr/>
      </dsp:nvSpPr>
      <dsp:spPr>
        <a:xfrm>
          <a:off x="278075" y="492215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5F3A8-A925-45DC-9C49-9B0F73BA1459}">
      <dsp:nvSpPr>
        <dsp:cNvPr id="0" name=""/>
        <dsp:cNvSpPr/>
      </dsp:nvSpPr>
      <dsp:spPr>
        <a:xfrm>
          <a:off x="572250" y="918493"/>
          <a:ext cx="3966195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   </a:t>
          </a:r>
          <a:r>
            <a:rPr lang="en-IN" sz="1300" b="1" kern="1200" dirty="0" err="1"/>
            <a:t>Defense</a:t>
          </a:r>
          <a:r>
            <a:rPr lang="en-IN" sz="1300" b="1" kern="1200" dirty="0"/>
            <a:t>:</a:t>
          </a:r>
          <a:r>
            <a:rPr lang="en-IN" sz="1300" kern="1200" dirty="0"/>
            <a:t> Air-gapped operational security.</a:t>
          </a:r>
        </a:p>
      </dsp:txBody>
      <dsp:txXfrm>
        <a:off x="572250" y="918493"/>
        <a:ext cx="3966195" cy="262360"/>
      </dsp:txXfrm>
    </dsp:sp>
    <dsp:sp modelId="{7731EB41-3603-4C2C-91B7-BAE7A97831CE}">
      <dsp:nvSpPr>
        <dsp:cNvPr id="0" name=""/>
        <dsp:cNvSpPr/>
      </dsp:nvSpPr>
      <dsp:spPr>
        <a:xfrm>
          <a:off x="408274" y="885698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02B37-6CCA-41CE-9EF0-D8B695961BE4}">
      <dsp:nvSpPr>
        <dsp:cNvPr id="0" name=""/>
        <dsp:cNvSpPr/>
      </dsp:nvSpPr>
      <dsp:spPr>
        <a:xfrm>
          <a:off x="613821" y="1312265"/>
          <a:ext cx="3924624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   Nation:</a:t>
          </a:r>
          <a:r>
            <a:rPr lang="en-IN" sz="1300" kern="1200" dirty="0"/>
            <a:t> Reduces import dependency.</a:t>
          </a:r>
        </a:p>
      </dsp:txBody>
      <dsp:txXfrm>
        <a:off x="613821" y="1312265"/>
        <a:ext cx="3924624" cy="262360"/>
      </dsp:txXfrm>
    </dsp:sp>
    <dsp:sp modelId="{39CCEA60-BF1D-429E-97DA-202775193A7E}">
      <dsp:nvSpPr>
        <dsp:cNvPr id="0" name=""/>
        <dsp:cNvSpPr/>
      </dsp:nvSpPr>
      <dsp:spPr>
        <a:xfrm>
          <a:off x="449845" y="1279470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E4F43-1C84-40BC-BF2F-6A0270CC4761}">
      <dsp:nvSpPr>
        <dsp:cNvPr id="0" name=""/>
        <dsp:cNvSpPr/>
      </dsp:nvSpPr>
      <dsp:spPr>
        <a:xfrm>
          <a:off x="572250" y="1706037"/>
          <a:ext cx="3966195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   Task Forces:</a:t>
          </a:r>
          <a:r>
            <a:rPr lang="en-IN" sz="1300" kern="1200" dirty="0"/>
            <a:t> Eliminates language friction.</a:t>
          </a:r>
        </a:p>
      </dsp:txBody>
      <dsp:txXfrm>
        <a:off x="572250" y="1706037"/>
        <a:ext cx="3966195" cy="262360"/>
      </dsp:txXfrm>
    </dsp:sp>
    <dsp:sp modelId="{D5F11FCD-B51C-4F2E-838E-701EB2F6148E}">
      <dsp:nvSpPr>
        <dsp:cNvPr id="0" name=""/>
        <dsp:cNvSpPr/>
      </dsp:nvSpPr>
      <dsp:spPr>
        <a:xfrm>
          <a:off x="408274" y="1673242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9E360-323C-4DDA-A0EA-83745CDB50EF}">
      <dsp:nvSpPr>
        <dsp:cNvPr id="0" name=""/>
        <dsp:cNvSpPr/>
      </dsp:nvSpPr>
      <dsp:spPr>
        <a:xfrm>
          <a:off x="442051" y="2099521"/>
          <a:ext cx="4096394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  Communities:</a:t>
          </a:r>
          <a:r>
            <a:rPr lang="en-IN" sz="1300" kern="1200" dirty="0"/>
            <a:t> Stronger local trust.</a:t>
          </a:r>
        </a:p>
      </dsp:txBody>
      <dsp:txXfrm>
        <a:off x="442051" y="2099521"/>
        <a:ext cx="4096394" cy="262360"/>
      </dsp:txXfrm>
    </dsp:sp>
    <dsp:sp modelId="{294642D3-738E-4FB7-B273-BB7451BFD325}">
      <dsp:nvSpPr>
        <dsp:cNvPr id="0" name=""/>
        <dsp:cNvSpPr/>
      </dsp:nvSpPr>
      <dsp:spPr>
        <a:xfrm>
          <a:off x="278075" y="2066725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6B8B3-D9E7-49A5-B440-1BF578C04075}">
      <dsp:nvSpPr>
        <dsp:cNvPr id="0" name=""/>
        <dsp:cNvSpPr/>
      </dsp:nvSpPr>
      <dsp:spPr>
        <a:xfrm>
          <a:off x="204460" y="2493293"/>
          <a:ext cx="4333985" cy="262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249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    Government:</a:t>
          </a:r>
          <a:r>
            <a:rPr lang="en-IN" sz="1300" kern="1200" dirty="0"/>
            <a:t> Simplified live reporting.</a:t>
          </a:r>
        </a:p>
      </dsp:txBody>
      <dsp:txXfrm>
        <a:off x="204460" y="2493293"/>
        <a:ext cx="4333985" cy="262360"/>
      </dsp:txXfrm>
    </dsp:sp>
    <dsp:sp modelId="{82040B49-AB7F-46E8-BBAD-81EA711833D0}">
      <dsp:nvSpPr>
        <dsp:cNvPr id="0" name=""/>
        <dsp:cNvSpPr/>
      </dsp:nvSpPr>
      <dsp:spPr>
        <a:xfrm>
          <a:off x="0" y="2353048"/>
          <a:ext cx="327950" cy="327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hyperlink" Target="https://github.com/Precise-Goals/iTantra-Communication-Ecosystem" TargetMode="Externa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12" Type="http://schemas.openxmlformats.org/officeDocument/2006/relationships/hyperlink" Target="https://youtu.be/SBWvj8v4LY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1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2.png"/><Relationship Id="rId7" Type="http://schemas.openxmlformats.org/officeDocument/2006/relationships/diagramData" Target="../diagrams/data2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microsoft.com/office/2007/relationships/diagramDrawing" Target="../diagrams/drawing2.xml"/><Relationship Id="rId5" Type="http://schemas.openxmlformats.org/officeDocument/2006/relationships/image" Target="../media/image10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9.png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chapter/10.1007/978-981-19-8136-4_12" TargetMode="External"/><Relationship Id="rId13" Type="http://schemas.openxmlformats.org/officeDocument/2006/relationships/hyperlink" Target="https://github.com/Precise-Goals/iTantra-Communication-Ecosystem/releases/tag/android-app" TargetMode="External"/><Relationship Id="rId3" Type="http://schemas.openxmlformats.org/officeDocument/2006/relationships/hyperlink" Target="https://www.mdpi.com/2078-2489/16/8/685" TargetMode="External"/><Relationship Id="rId7" Type="http://schemas.openxmlformats.org/officeDocument/2006/relationships/hyperlink" Target="https://www.sciencedirect.com/science/article/pii/S1389128625005274" TargetMode="External"/><Relationship Id="rId12" Type="http://schemas.openxmlformats.org/officeDocument/2006/relationships/hyperlink" Target="https://github.com/Precise-Goals/iTantra-Communication-Ecosystem/releases/download/android-app/iTantra.apk" TargetMode="Externa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410.08325" TargetMode="External"/><Relationship Id="rId11" Type="http://schemas.openxmlformats.org/officeDocument/2006/relationships/hyperlink" Target="https://github.com/Precise-Goals/iTantra-Communication-Ecosystem" TargetMode="External"/><Relationship Id="rId5" Type="http://schemas.openxmlformats.org/officeDocument/2006/relationships/hyperlink" Target="http://ieeexplore.ieee.org/document/11574949" TargetMode="External"/><Relationship Id="rId15" Type="http://schemas.openxmlformats.org/officeDocument/2006/relationships/hyperlink" Target="https://itantra.vercel.app/" TargetMode="External"/><Relationship Id="rId10" Type="http://schemas.openxmlformats.org/officeDocument/2006/relationships/hyperlink" Target="https://itantra.vercel.app/research-paper-article" TargetMode="External"/><Relationship Id="rId4" Type="http://schemas.openxmlformats.org/officeDocument/2006/relationships/hyperlink" Target="https://www.trai.gov.in/sites/default/files/2026-04/CP_08042026.pdf" TargetMode="External"/><Relationship Id="rId9" Type="http://schemas.openxmlformats.org/officeDocument/2006/relationships/hyperlink" Target="https://sei.ardascience.com/index.php/journal/article/view/539" TargetMode="External"/><Relationship Id="rId14" Type="http://schemas.openxmlformats.org/officeDocument/2006/relationships/hyperlink" Target="https://youtu.be/SBWvj8v4L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8589" y="1486814"/>
            <a:ext cx="5767412" cy="457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Problem Statement ID :- 26173	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Problem Statement Title :- </a:t>
            </a:r>
            <a:r>
              <a:rPr lang="en-IN" sz="2000" dirty="0">
                <a:latin typeface="+mj-lt"/>
                <a:cs typeface="Times New Roman" panose="02020603050405020304" pitchFamily="18" charset="0"/>
              </a:rPr>
              <a:t>iTantra - Indian Multilingual TTS &amp; STT Aided Neural Transceiver Radio Access for low bitrate links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Theme :- </a:t>
            </a:r>
            <a:r>
              <a:rPr lang="en-IN" sz="2000" b="1" dirty="0">
                <a:latin typeface="+mj-lt"/>
                <a:cs typeface="Times New Roman" panose="02020603050405020304" pitchFamily="18" charset="0"/>
              </a:rPr>
              <a:t>Smart Automation</a:t>
            </a:r>
            <a:endParaRPr lang="en-US" sz="2000" b="1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PS Category :- Software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Team ID :-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Team Name :- Falcons</a:t>
            </a:r>
            <a:endParaRPr lang="en-IN" sz="2000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A5380385-5E7D-7AFD-5073-C5325DCA8E88}"/>
              </a:ext>
            </a:extLst>
          </p:cNvPr>
          <p:cNvSpPr/>
          <p:nvPr/>
        </p:nvSpPr>
        <p:spPr>
          <a:xfrm>
            <a:off x="4733495" y="2895600"/>
            <a:ext cx="2844801" cy="3457699"/>
          </a:xfrm>
          <a:custGeom>
            <a:avLst/>
            <a:gdLst/>
            <a:ahLst/>
            <a:cxnLst/>
            <a:rect l="l" t="t" r="r" b="b"/>
            <a:pathLst>
              <a:path w="4624855" h="6160057">
                <a:moveTo>
                  <a:pt x="0" y="0"/>
                </a:moveTo>
                <a:lnTo>
                  <a:pt x="4624855" y="0"/>
                </a:lnTo>
                <a:lnTo>
                  <a:pt x="4624855" y="6160057"/>
                </a:lnTo>
                <a:lnTo>
                  <a:pt x="0" y="6160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599" y="15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+mn-lt"/>
                <a:ea typeface="ＭＳ Ｐゴシック" pitchFamily="1" charset="-128"/>
                <a:cs typeface="Times New Roman" panose="02020603050405020304" pitchFamily="18" charset="0"/>
              </a:rPr>
              <a:t>ITantra – Universal Communicator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Falcons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6EF708-F01F-45C7-4511-54548176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466282"/>
              </p:ext>
            </p:extLst>
          </p:nvPr>
        </p:nvGraphicFramePr>
        <p:xfrm>
          <a:off x="609600" y="1052538"/>
          <a:ext cx="10972800" cy="1953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35061429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83374950"/>
                    </a:ext>
                  </a:extLst>
                </a:gridCol>
              </a:tblGrid>
              <a:tr h="19538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i="0" u="none" dirty="0">
                          <a:solidFill>
                            <a:schemeClr val="accent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Problem</a:t>
                      </a:r>
                      <a:endParaRPr lang="en-IN" sz="2800" i="0" u="none" dirty="0">
                        <a:solidFill>
                          <a:schemeClr val="accent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Raw voice 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is highly data-intensive for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low-bitrate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links, while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conventional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STT/TTS often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depends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on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internet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or cloud infrastructure.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emergencies and remote areas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this makes fast, inclusive,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multilingual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voice communication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difficult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when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connectivity is unavailable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i="0" u="none" dirty="0">
                          <a:solidFill>
                            <a:schemeClr val="accent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Our</a:t>
                      </a:r>
                      <a:r>
                        <a:rPr lang="en-IN" sz="2400" i="0" u="none" dirty="0">
                          <a:solidFill>
                            <a:schemeClr val="accent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i="0" u="none" dirty="0">
                          <a:solidFill>
                            <a:schemeClr val="accent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Idea</a:t>
                      </a:r>
                      <a:endParaRPr lang="en-IN" sz="2400" i="0" u="none" dirty="0">
                        <a:solidFill>
                          <a:schemeClr val="accent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iTantra converts speech 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into text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locally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transmits only compact data over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Wi-Fi/Bluetooth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and reconstructs it as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speech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on the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receiving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device.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It enables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low-latency, multilingual, offline 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voice communication between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phones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without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relying on </a:t>
                      </a:r>
                      <a:r>
                        <a:rPr lang="en-IN" sz="1600" b="1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cellular or cloud infrastructure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b="0" i="0" dirty="0">
                        <a:solidFill>
                          <a:sysClr val="windowText" lastClr="000000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259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704BAB-D65F-593D-7290-83DC021B3731}"/>
              </a:ext>
            </a:extLst>
          </p:cNvPr>
          <p:cNvSpPr txBox="1"/>
          <p:nvPr/>
        </p:nvSpPr>
        <p:spPr>
          <a:xfrm>
            <a:off x="609598" y="3007845"/>
            <a:ext cx="403860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Unique Value Preposition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500" dirty="0">
                <a:latin typeface="+mn-lt"/>
                <a:cs typeface="Times New Roman" panose="02020603050405020304" pitchFamily="18" charset="0"/>
              </a:rPr>
              <a:t>Transmits </a:t>
            </a:r>
            <a:r>
              <a:rPr lang="en-IN" sz="1500" b="1" dirty="0">
                <a:latin typeface="+mn-lt"/>
                <a:cs typeface="Times New Roman" panose="02020603050405020304" pitchFamily="18" charset="0"/>
              </a:rPr>
              <a:t>speech as compact text packets instead of raw audio</a:t>
            </a:r>
            <a:r>
              <a:rPr lang="en-IN" sz="1500" dirty="0">
                <a:latin typeface="+mn-lt"/>
                <a:cs typeface="Times New Roman" panose="02020603050405020304" pitchFamily="18" charset="0"/>
              </a:rPr>
              <a:t>, enabling voice communication over extremely low-bandwidth links.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500" b="1" dirty="0"/>
              <a:t>On-device Edge AI </a:t>
            </a:r>
            <a:r>
              <a:rPr lang="en-IN" sz="1500" dirty="0"/>
              <a:t>enables</a:t>
            </a:r>
            <a:r>
              <a:rPr lang="en-IN" sz="1500" b="1" dirty="0"/>
              <a:t> 10+ language communication </a:t>
            </a:r>
            <a:r>
              <a:rPr lang="en-IN" sz="1500" dirty="0"/>
              <a:t>with</a:t>
            </a:r>
            <a:r>
              <a:rPr lang="en-IN" sz="1500" b="1" dirty="0"/>
              <a:t> zero cloud dependency. </a:t>
            </a:r>
            <a:r>
              <a:rPr lang="en-IN" sz="1500" dirty="0"/>
              <a:t>D</a:t>
            </a:r>
            <a:r>
              <a:rPr lang="en-IN" sz="1500" dirty="0">
                <a:latin typeface="+mn-lt"/>
                <a:cs typeface="Times New Roman" panose="02020603050405020304" pitchFamily="18" charset="0"/>
              </a:rPr>
              <a:t>uring operation, keeping communication private and functional offline.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500" dirty="0">
                <a:latin typeface="+mn-lt"/>
                <a:cs typeface="Times New Roman" panose="02020603050405020304" pitchFamily="18" charset="0"/>
              </a:rPr>
              <a:t>Enables </a:t>
            </a:r>
            <a:r>
              <a:rPr lang="en-IN" sz="1500" b="1" dirty="0">
                <a:latin typeface="+mn-lt"/>
                <a:cs typeface="Times New Roman" panose="02020603050405020304" pitchFamily="18" charset="0"/>
              </a:rPr>
              <a:t>direct phone-to-phone communication through Wi-Fi Direct with Bluetooth fallback</a:t>
            </a:r>
            <a:r>
              <a:rPr lang="en-IN" sz="1500" dirty="0">
                <a:latin typeface="+mn-lt"/>
                <a:cs typeface="Times New Roman" panose="02020603050405020304" pitchFamily="18" charset="0"/>
              </a:rPr>
              <a:t>, with near-instant STT-to-TTS relay for emergency use.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55C99-B17D-1AE4-EB7F-826A888B96AC}"/>
              </a:ext>
            </a:extLst>
          </p:cNvPr>
          <p:cNvSpPr txBox="1"/>
          <p:nvPr/>
        </p:nvSpPr>
        <p:spPr>
          <a:xfrm>
            <a:off x="7658100" y="3019180"/>
            <a:ext cx="392429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Proposed Solution</a:t>
            </a:r>
            <a:endParaRPr lang="en-IN" sz="2000" b="1" dirty="0"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600" dirty="0">
                <a:latin typeface="+mn-lt"/>
              </a:rPr>
              <a:t>Captures speech in short chunks and </a:t>
            </a:r>
            <a:r>
              <a:rPr lang="en-IN" sz="1600" b="1" dirty="0">
                <a:latin typeface="+mn-lt"/>
              </a:rPr>
              <a:t>automatically detects pauses</a:t>
            </a:r>
            <a:r>
              <a:rPr lang="en-IN" sz="1600" dirty="0">
                <a:latin typeface="+mn-lt"/>
              </a:rPr>
              <a:t> to finalize utterances.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600" dirty="0">
                <a:latin typeface="+mn-lt"/>
              </a:rPr>
              <a:t>Performs </a:t>
            </a:r>
            <a:r>
              <a:rPr lang="en-IN" sz="1600" b="1" dirty="0">
                <a:latin typeface="+mn-lt"/>
              </a:rPr>
              <a:t>on-device STT and compact </a:t>
            </a:r>
            <a:r>
              <a:rPr lang="en-IN" sz="1600" b="1" dirty="0" err="1">
                <a:latin typeface="+mn-lt"/>
              </a:rPr>
              <a:t>Protobuf</a:t>
            </a:r>
            <a:r>
              <a:rPr lang="en-IN" sz="1600" b="1" dirty="0">
                <a:latin typeface="+mn-lt"/>
              </a:rPr>
              <a:t> packetization</a:t>
            </a:r>
            <a:r>
              <a:rPr lang="en-IN" sz="1600" dirty="0">
                <a:latin typeface="+mn-lt"/>
              </a:rPr>
              <a:t>, minimizing the data sent between devices.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600" dirty="0">
                <a:latin typeface="+mn-lt"/>
              </a:rPr>
              <a:t>Uses </a:t>
            </a:r>
            <a:r>
              <a:rPr lang="en-IN" sz="1600" b="1" dirty="0">
                <a:latin typeface="+mn-lt"/>
              </a:rPr>
              <a:t>Wi-Fi Direct as the primary transport and Bluetooth RFCOMM as fallback</a:t>
            </a:r>
            <a:r>
              <a:rPr lang="en-IN" sz="1600" dirty="0">
                <a:latin typeface="+mn-lt"/>
              </a:rPr>
              <a:t> for infrastructure-independent communication.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Falcons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40BF7-1A9A-2CAF-4061-6D95B81DAA95}"/>
              </a:ext>
            </a:extLst>
          </p:cNvPr>
          <p:cNvSpPr txBox="1"/>
          <p:nvPr/>
        </p:nvSpPr>
        <p:spPr>
          <a:xfrm>
            <a:off x="609599" y="1124981"/>
            <a:ext cx="353377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500" b="1" dirty="0"/>
              <a:t>Edge Ai Runtime</a:t>
            </a:r>
            <a:r>
              <a:rPr lang="en-IN" sz="1500" dirty="0"/>
              <a:t>: </a:t>
            </a:r>
            <a:r>
              <a:rPr lang="en-IN" sz="1600" b="1" dirty="0"/>
              <a:t>Voice processing </a:t>
            </a:r>
            <a:r>
              <a:rPr lang="en-IN" sz="1600" dirty="0"/>
              <a:t>happens </a:t>
            </a:r>
            <a:r>
              <a:rPr lang="en-IN" sz="1600" b="1" dirty="0"/>
              <a:t>locally</a:t>
            </a:r>
            <a:r>
              <a:rPr lang="en-IN" sz="1600" dirty="0"/>
              <a:t> on the device using </a:t>
            </a:r>
            <a:r>
              <a:rPr lang="en-IN" sz="1600" b="1" dirty="0"/>
              <a:t>ONNX Runtime</a:t>
            </a:r>
            <a:r>
              <a:rPr lang="en-IN" sz="1600" dirty="0"/>
              <a:t>, and the </a:t>
            </a:r>
            <a:r>
              <a:rPr lang="en-IN" sz="1600" b="1" dirty="0"/>
              <a:t>internet</a:t>
            </a:r>
            <a:r>
              <a:rPr lang="en-IN" sz="1600" dirty="0"/>
              <a:t> is </a:t>
            </a:r>
            <a:r>
              <a:rPr lang="en-IN" sz="1600" b="1" dirty="0"/>
              <a:t>only used once </a:t>
            </a:r>
            <a:r>
              <a:rPr lang="en-IN" sz="1600" dirty="0"/>
              <a:t>to </a:t>
            </a:r>
            <a:r>
              <a:rPr lang="en-IN" sz="1600" b="1" dirty="0"/>
              <a:t>download</a:t>
            </a:r>
            <a:r>
              <a:rPr lang="en-IN" sz="1600" dirty="0"/>
              <a:t> the </a:t>
            </a:r>
            <a:r>
              <a:rPr lang="en-IN" sz="1600" b="1" dirty="0"/>
              <a:t>models</a:t>
            </a:r>
            <a:r>
              <a:rPr lang="en-IN" sz="1600" dirty="0"/>
              <a:t>.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500" b="1" dirty="0"/>
              <a:t>Speech Processing</a:t>
            </a:r>
            <a:r>
              <a:rPr lang="en-IN" sz="1500" dirty="0"/>
              <a:t>: Captures </a:t>
            </a:r>
            <a:r>
              <a:rPr lang="en-IN" sz="1500" b="1" dirty="0"/>
              <a:t>16 kHz </a:t>
            </a:r>
            <a:r>
              <a:rPr lang="en-IN" sz="1500" dirty="0"/>
              <a:t>mono PCM in </a:t>
            </a:r>
            <a:r>
              <a:rPr lang="en-IN" sz="1500" b="1" dirty="0"/>
              <a:t>100 </a:t>
            </a:r>
            <a:r>
              <a:rPr lang="en-IN" sz="1500" b="1" dirty="0" err="1"/>
              <a:t>ms</a:t>
            </a:r>
            <a:r>
              <a:rPr lang="en-IN" sz="1500" b="1" dirty="0"/>
              <a:t> chunks</a:t>
            </a:r>
            <a:r>
              <a:rPr lang="en-IN" sz="1500" dirty="0"/>
              <a:t>, uses </a:t>
            </a:r>
            <a:r>
              <a:rPr lang="en-IN" sz="1500" b="1" dirty="0"/>
              <a:t>800 </a:t>
            </a:r>
            <a:r>
              <a:rPr lang="en-IN" sz="1500" b="1" dirty="0" err="1"/>
              <a:t>ms</a:t>
            </a:r>
            <a:r>
              <a:rPr lang="en-IN" sz="1500" b="1" dirty="0"/>
              <a:t> </a:t>
            </a:r>
            <a:r>
              <a:rPr lang="en-IN" sz="1500" dirty="0"/>
              <a:t>pause-aware VAD, with </a:t>
            </a:r>
            <a:r>
              <a:rPr lang="en-IN" sz="1500" b="1" dirty="0"/>
              <a:t>Indic Conformer STT + VITS TTS </a:t>
            </a:r>
            <a:r>
              <a:rPr lang="en-IN" sz="1500" dirty="0"/>
              <a:t>through </a:t>
            </a:r>
            <a:r>
              <a:rPr lang="en-IN" sz="1500" b="1" dirty="0"/>
              <a:t>sherpa-</a:t>
            </a:r>
            <a:r>
              <a:rPr lang="en-IN" sz="1500" b="1" dirty="0" err="1"/>
              <a:t>onnx</a:t>
            </a:r>
            <a:r>
              <a:rPr lang="en-IN" sz="1500" b="1" dirty="0"/>
              <a:t>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500" b="1" dirty="0"/>
              <a:t>Data &amp; Communication</a:t>
            </a:r>
            <a:r>
              <a:rPr lang="en-IN" sz="1500" dirty="0"/>
              <a:t>: Encodes speech text into compact </a:t>
            </a:r>
            <a:r>
              <a:rPr lang="en-IN" sz="1500" b="1" dirty="0" err="1"/>
              <a:t>Protobuf</a:t>
            </a:r>
            <a:r>
              <a:rPr lang="en-IN" sz="1500" dirty="0"/>
              <a:t> v3 frames and transmits via </a:t>
            </a:r>
            <a:r>
              <a:rPr lang="en-IN" sz="1500" b="1" dirty="0"/>
              <a:t>Wi-Fi</a:t>
            </a:r>
            <a:r>
              <a:rPr lang="en-IN" sz="1500" dirty="0"/>
              <a:t> Direct / Wi-Fi P2p Manager, with </a:t>
            </a:r>
            <a:r>
              <a:rPr lang="en-IN" sz="1500" b="1" dirty="0"/>
              <a:t>Bluetooth RFCOMM fallback</a:t>
            </a:r>
            <a:r>
              <a:rPr lang="en-IN" sz="15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500" b="1" dirty="0"/>
              <a:t>Android Software Stack</a:t>
            </a:r>
            <a:r>
              <a:rPr lang="en-IN" sz="1500" dirty="0"/>
              <a:t>: Built with </a:t>
            </a:r>
            <a:r>
              <a:rPr lang="en-IN" sz="1500" b="1" dirty="0"/>
              <a:t>Kotlin + Jetpack </a:t>
            </a:r>
            <a:r>
              <a:rPr lang="en-IN" sz="1500" dirty="0"/>
              <a:t>Compose, using MVVM/Clean Architecture, Coroutines, Room, </a:t>
            </a:r>
            <a:r>
              <a:rPr lang="en-IN" sz="1500" b="1" dirty="0" err="1"/>
              <a:t>DataStore</a:t>
            </a:r>
            <a:r>
              <a:rPr lang="en-IN" sz="1500" dirty="0"/>
              <a:t> and </a:t>
            </a:r>
            <a:r>
              <a:rPr lang="en-IN" sz="1500" b="1" dirty="0"/>
              <a:t>Foreground</a:t>
            </a:r>
            <a:r>
              <a:rPr lang="en-IN" sz="1500" dirty="0"/>
              <a:t> Service.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5274EB-5E40-FDBA-A1CD-8D1F8375F30C}"/>
              </a:ext>
            </a:extLst>
          </p:cNvPr>
          <p:cNvCxnSpPr/>
          <p:nvPr/>
        </p:nvCxnSpPr>
        <p:spPr>
          <a:xfrm>
            <a:off x="4143375" y="1095375"/>
            <a:ext cx="0" cy="510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20">
            <a:extLst>
              <a:ext uri="{FF2B5EF4-FFF2-40B4-BE49-F238E27FC236}">
                <a16:creationId xmlns:a16="http://schemas.microsoft.com/office/drawing/2014/main" id="{2FE0F26B-88B1-C668-F937-91A711390312}"/>
              </a:ext>
            </a:extLst>
          </p:cNvPr>
          <p:cNvGrpSpPr/>
          <p:nvPr/>
        </p:nvGrpSpPr>
        <p:grpSpPr>
          <a:xfrm>
            <a:off x="7769720" y="1112962"/>
            <a:ext cx="3812680" cy="3792413"/>
            <a:chOff x="0" y="0"/>
            <a:chExt cx="9348204" cy="10216731"/>
          </a:xfrm>
        </p:grpSpPr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CB3236CB-0F0A-197A-BF09-0498FB1CD0F8}"/>
                </a:ext>
              </a:extLst>
            </p:cNvPr>
            <p:cNvGrpSpPr/>
            <p:nvPr/>
          </p:nvGrpSpPr>
          <p:grpSpPr>
            <a:xfrm>
              <a:off x="0" y="0"/>
              <a:ext cx="9348204" cy="10216731"/>
              <a:chOff x="0" y="0"/>
              <a:chExt cx="1846559" cy="2018244"/>
            </a:xfrm>
          </p:grpSpPr>
          <p:sp>
            <p:nvSpPr>
              <p:cNvPr id="16" name="Freeform 22">
                <a:extLst>
                  <a:ext uri="{FF2B5EF4-FFF2-40B4-BE49-F238E27FC236}">
                    <a16:creationId xmlns:a16="http://schemas.microsoft.com/office/drawing/2014/main" id="{34431135-8B00-0B06-ADD5-E1D743AD1509}"/>
                  </a:ext>
                </a:extLst>
              </p:cNvPr>
              <p:cNvSpPr/>
              <p:nvPr/>
            </p:nvSpPr>
            <p:spPr>
              <a:xfrm>
                <a:off x="0" y="0"/>
                <a:ext cx="1846559" cy="2018244"/>
              </a:xfrm>
              <a:custGeom>
                <a:avLst/>
                <a:gdLst/>
                <a:ahLst/>
                <a:cxnLst/>
                <a:rect l="l" t="t" r="r" b="b"/>
                <a:pathLst>
                  <a:path w="1846559" h="2018244">
                    <a:moveTo>
                      <a:pt x="1846559" y="110423"/>
                    </a:moveTo>
                    <a:lnTo>
                      <a:pt x="1846559" y="1907821"/>
                    </a:lnTo>
                    <a:cubicBezTo>
                      <a:pt x="1846559" y="1937107"/>
                      <a:pt x="1834925" y="1965194"/>
                      <a:pt x="1814217" y="1985902"/>
                    </a:cubicBezTo>
                    <a:cubicBezTo>
                      <a:pt x="1793508" y="2006610"/>
                      <a:pt x="1765422" y="2018244"/>
                      <a:pt x="1736136" y="2018244"/>
                    </a:cubicBezTo>
                    <a:lnTo>
                      <a:pt x="110423" y="2018244"/>
                    </a:lnTo>
                    <a:cubicBezTo>
                      <a:pt x="49438" y="2018244"/>
                      <a:pt x="0" y="1968806"/>
                      <a:pt x="0" y="1907821"/>
                    </a:cubicBezTo>
                    <a:lnTo>
                      <a:pt x="0" y="110423"/>
                    </a:lnTo>
                    <a:cubicBezTo>
                      <a:pt x="0" y="81137"/>
                      <a:pt x="11634" y="53050"/>
                      <a:pt x="32342" y="32342"/>
                    </a:cubicBezTo>
                    <a:cubicBezTo>
                      <a:pt x="53050" y="11634"/>
                      <a:pt x="81137" y="0"/>
                      <a:pt x="110423" y="0"/>
                    </a:cubicBezTo>
                    <a:lnTo>
                      <a:pt x="1736136" y="0"/>
                    </a:lnTo>
                    <a:cubicBezTo>
                      <a:pt x="1765422" y="0"/>
                      <a:pt x="1793508" y="11634"/>
                      <a:pt x="1814217" y="32342"/>
                    </a:cubicBezTo>
                    <a:cubicBezTo>
                      <a:pt x="1834925" y="53050"/>
                      <a:pt x="1846559" y="81137"/>
                      <a:pt x="1846559" y="11042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7" name="TextBox 23">
                <a:extLst>
                  <a:ext uri="{FF2B5EF4-FFF2-40B4-BE49-F238E27FC236}">
                    <a16:creationId xmlns:a16="http://schemas.microsoft.com/office/drawing/2014/main" id="{BE85C934-48B8-B2C6-83B2-AC3A0A0F626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846559" cy="2037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4671D147-5046-9E42-D060-B2E14A442EF0}"/>
                </a:ext>
              </a:extLst>
            </p:cNvPr>
            <p:cNvSpPr/>
            <p:nvPr/>
          </p:nvSpPr>
          <p:spPr>
            <a:xfrm>
              <a:off x="4732849" y="1043623"/>
              <a:ext cx="3933390" cy="8240342"/>
            </a:xfrm>
            <a:custGeom>
              <a:avLst/>
              <a:gdLst/>
              <a:ahLst/>
              <a:cxnLst/>
              <a:rect l="l" t="t" r="r" b="b"/>
              <a:pathLst>
                <a:path w="3933390" h="8240342">
                  <a:moveTo>
                    <a:pt x="0" y="0"/>
                  </a:moveTo>
                  <a:lnTo>
                    <a:pt x="3933390" y="0"/>
                  </a:lnTo>
                  <a:lnTo>
                    <a:pt x="3933390" y="8240342"/>
                  </a:lnTo>
                  <a:lnTo>
                    <a:pt x="0" y="824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E1AE026A-1842-1599-14B8-45B5A425ED5B}"/>
                </a:ext>
              </a:extLst>
            </p:cNvPr>
            <p:cNvSpPr/>
            <p:nvPr/>
          </p:nvSpPr>
          <p:spPr>
            <a:xfrm>
              <a:off x="719275" y="1205200"/>
              <a:ext cx="3804286" cy="8078764"/>
            </a:xfrm>
            <a:custGeom>
              <a:avLst/>
              <a:gdLst/>
              <a:ahLst/>
              <a:cxnLst/>
              <a:rect l="l" t="t" r="r" b="b"/>
              <a:pathLst>
                <a:path w="3804286" h="8078764">
                  <a:moveTo>
                    <a:pt x="0" y="0"/>
                  </a:moveTo>
                  <a:lnTo>
                    <a:pt x="3804286" y="0"/>
                  </a:lnTo>
                  <a:lnTo>
                    <a:pt x="3804286" y="8078765"/>
                  </a:lnTo>
                  <a:lnTo>
                    <a:pt x="0" y="8078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B9C15DE4-35C6-7EEB-A7FC-6451D9BDD30C}"/>
                </a:ext>
              </a:extLst>
            </p:cNvPr>
            <p:cNvSpPr/>
            <p:nvPr/>
          </p:nvSpPr>
          <p:spPr>
            <a:xfrm>
              <a:off x="2749268" y="507129"/>
              <a:ext cx="3967162" cy="8133790"/>
            </a:xfrm>
            <a:custGeom>
              <a:avLst/>
              <a:gdLst/>
              <a:ahLst/>
              <a:cxnLst/>
              <a:rect l="l" t="t" r="r" b="b"/>
              <a:pathLst>
                <a:path w="3967162" h="8133790">
                  <a:moveTo>
                    <a:pt x="0" y="0"/>
                  </a:moveTo>
                  <a:lnTo>
                    <a:pt x="3967162" y="0"/>
                  </a:lnTo>
                  <a:lnTo>
                    <a:pt x="3967162" y="8133790"/>
                  </a:lnTo>
                  <a:lnTo>
                    <a:pt x="0" y="8133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00990BFC-A702-2C84-A407-038CB920C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099813"/>
              </p:ext>
            </p:extLst>
          </p:nvPr>
        </p:nvGraphicFramePr>
        <p:xfrm>
          <a:off x="4422281" y="2544762"/>
          <a:ext cx="3092624" cy="3506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1CE5D85-6F31-8F1B-ECAA-69DB64FA3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48867"/>
              </p:ext>
            </p:extLst>
          </p:nvPr>
        </p:nvGraphicFramePr>
        <p:xfrm>
          <a:off x="7769720" y="5006502"/>
          <a:ext cx="3812680" cy="1003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680">
                  <a:extLst>
                    <a:ext uri="{9D8B030D-6E8A-4147-A177-3AD203B41FA5}">
                      <a16:colId xmlns:a16="http://schemas.microsoft.com/office/drawing/2014/main" val="2321078557"/>
                    </a:ext>
                  </a:extLst>
                </a:gridCol>
              </a:tblGrid>
              <a:tr h="100377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90% Fully Functioning Prototype Provided.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Demo: 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https://youtu.be/SBWvj8v4LYA</a:t>
                      </a:r>
                      <a:endParaRPr lang="en-US" sz="1400" dirty="0">
                        <a:solidFill>
                          <a:srgbClr val="C00000"/>
                        </a:solidFill>
                      </a:endParaRPr>
                    </a:p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Our Codebase: </a:t>
                      </a:r>
                      <a:r>
                        <a:rPr lang="en-IN" sz="1400" u="sng" dirty="0">
                          <a:solidFill>
                            <a:srgbClr val="7030A0"/>
                          </a:solidFill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https://github.com/Precise-Goals/iTantra-Communication-Ecosystem</a:t>
                      </a:r>
                      <a:endParaRPr lang="en-IN" sz="1400" u="sng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16690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024AD39-60F4-EE35-CD8E-BEAE3C3D85CE}"/>
              </a:ext>
            </a:extLst>
          </p:cNvPr>
          <p:cNvSpPr txBox="1"/>
          <p:nvPr/>
        </p:nvSpPr>
        <p:spPr>
          <a:xfrm>
            <a:off x="8023941" y="4524497"/>
            <a:ext cx="330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Offline first Prototype Snapshots</a:t>
            </a:r>
            <a:endParaRPr lang="en-IN" b="1" i="1" dirty="0">
              <a:solidFill>
                <a:schemeClr val="bg1"/>
              </a:solidFill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10FD5993-0BA9-9C56-7D23-06FCDC94FE7D}"/>
              </a:ext>
            </a:extLst>
          </p:cNvPr>
          <p:cNvSpPr/>
          <p:nvPr/>
        </p:nvSpPr>
        <p:spPr>
          <a:xfrm>
            <a:off x="4504219" y="935893"/>
            <a:ext cx="3111322" cy="1531875"/>
          </a:xfrm>
          <a:custGeom>
            <a:avLst/>
            <a:gdLst/>
            <a:ahLst/>
            <a:cxnLst/>
            <a:rect l="l" t="t" r="r" b="b"/>
            <a:pathLst>
              <a:path w="5402943" h="3232027">
                <a:moveTo>
                  <a:pt x="0" y="0"/>
                </a:moveTo>
                <a:lnTo>
                  <a:pt x="5402943" y="0"/>
                </a:lnTo>
                <a:lnTo>
                  <a:pt x="5402943" y="3232027"/>
                </a:lnTo>
                <a:lnTo>
                  <a:pt x="0" y="3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5722" b="-57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34BE5-89C3-67C3-3FAA-6871C3776946}"/>
              </a:ext>
            </a:extLst>
          </p:cNvPr>
          <p:cNvSpPr txBox="1"/>
          <p:nvPr/>
        </p:nvSpPr>
        <p:spPr>
          <a:xfrm>
            <a:off x="3048000" y="30963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2D6B32-50C9-9654-655D-40652301CB69}"/>
              </a:ext>
            </a:extLst>
          </p:cNvPr>
          <p:cNvSpPr/>
          <p:nvPr/>
        </p:nvSpPr>
        <p:spPr>
          <a:xfrm>
            <a:off x="329775" y="1146911"/>
            <a:ext cx="4499402" cy="2343681"/>
          </a:xfrm>
          <a:prstGeom prst="roundRect">
            <a:avLst>
              <a:gd name="adj" fmla="val 596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+mn-lt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Falcons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6719414-3632-3F08-12EA-09C80D35661B}"/>
              </a:ext>
            </a:extLst>
          </p:cNvPr>
          <p:cNvGrpSpPr/>
          <p:nvPr/>
        </p:nvGrpSpPr>
        <p:grpSpPr>
          <a:xfrm>
            <a:off x="329774" y="3568502"/>
            <a:ext cx="4499403" cy="2580016"/>
            <a:chOff x="329773" y="3644598"/>
            <a:chExt cx="4318427" cy="258001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3197601-BEF8-1FC1-EC8A-1A457C5A9C8A}"/>
                </a:ext>
              </a:extLst>
            </p:cNvPr>
            <p:cNvSpPr/>
            <p:nvPr/>
          </p:nvSpPr>
          <p:spPr>
            <a:xfrm>
              <a:off x="329773" y="3644598"/>
              <a:ext cx="4318427" cy="2580016"/>
            </a:xfrm>
            <a:prstGeom prst="roundRect">
              <a:avLst>
                <a:gd name="adj" fmla="val 5961"/>
              </a:avLst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2A5C61-6524-5806-0687-4ADFCCBD5EAC}"/>
                </a:ext>
              </a:extLst>
            </p:cNvPr>
            <p:cNvSpPr txBox="1"/>
            <p:nvPr/>
          </p:nvSpPr>
          <p:spPr>
            <a:xfrm>
              <a:off x="425023" y="3733795"/>
              <a:ext cx="4124904" cy="23237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buNone/>
              </a:pPr>
              <a:r>
                <a:rPr lang="en-IN" sz="2000" b="1" dirty="0">
                  <a:solidFill>
                    <a:schemeClr val="bg1"/>
                  </a:solidFill>
                  <a:latin typeface="+mj-lt"/>
                  <a:ea typeface="+mn-ea"/>
                  <a:cs typeface="Times New Roman" panose="02020603050405020304" pitchFamily="18" charset="0"/>
                </a:rPr>
                <a:t>Challenges, Risks &amp; Mitigation</a:t>
              </a:r>
            </a:p>
            <a:p>
              <a:pPr marL="266700" lvl="1" indent="-266700">
                <a:buFont typeface="Wingdings" panose="05000000000000000000" pitchFamily="2" charset="2"/>
                <a:buChar char="v"/>
              </a:pP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Zero Infrastructure Cost: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No cloud, internet and servers 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subscriptions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required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marL="266700" lvl="1" indent="-266700">
                <a:buFont typeface="Wingdings" panose="05000000000000000000" pitchFamily="2" charset="2"/>
                <a:buChar char="v"/>
              </a:pP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Power Efficiency: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VAD reduces STT/TTS 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processing during silence.</a:t>
              </a:r>
            </a:p>
            <a:p>
              <a:pPr marL="266700" lvl="1" indent="-266700">
                <a:buFont typeface="Wingdings" panose="05000000000000000000" pitchFamily="2" charset="2"/>
                <a:buChar char="v"/>
              </a:pP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Secure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Offline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 Design: Operates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without internet 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or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cloud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 dependency.</a:t>
              </a:r>
            </a:p>
            <a:p>
              <a:pPr marL="266700" lvl="1" indent="-266700">
                <a:buFont typeface="Wingdings" panose="05000000000000000000" pitchFamily="2" charset="2"/>
                <a:buChar char="v"/>
              </a:pP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Inter-Agency Scalability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: </a:t>
              </a:r>
              <a:r>
                <a:rPr lang="en-US" sz="1500" b="1" dirty="0" err="1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Protobuf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 supports standardized </a:t>
              </a:r>
              <a:r>
                <a:rPr lang="en-US" sz="1500" b="1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communication</a:t>
              </a:r>
              <a:r>
                <a:rPr lang="en-US" sz="1500" dirty="0">
                  <a:solidFill>
                    <a:srgbClr val="FFFFFF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 between teams</a:t>
              </a:r>
              <a:endParaRPr lang="en-IN" sz="1500" dirty="0">
                <a:latin typeface="+mj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4E13984-9B32-DF3E-CDCB-9E701B4645AD}"/>
              </a:ext>
            </a:extLst>
          </p:cNvPr>
          <p:cNvSpPr txBox="1"/>
          <p:nvPr/>
        </p:nvSpPr>
        <p:spPr>
          <a:xfrm>
            <a:off x="425023" y="1157458"/>
            <a:ext cx="440415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IN" sz="2000" b="1" dirty="0">
                <a:solidFill>
                  <a:schemeClr val="accent1"/>
                </a:solidFill>
                <a:latin typeface="+mj-lt"/>
                <a:ea typeface="+mn-ea"/>
                <a:cs typeface="Times New Roman" panose="02020603050405020304" pitchFamily="18" charset="0"/>
              </a:rPr>
              <a:t>Feasibility</a:t>
            </a:r>
            <a:endParaRPr lang="en-IN" sz="1500" b="1" dirty="0">
              <a:solidFill>
                <a:schemeClr val="accent1"/>
              </a:solidFill>
              <a:latin typeface="+mj-lt"/>
              <a:ea typeface="+mn-ea"/>
              <a:cs typeface="Times New Roman" panose="02020603050405020304" pitchFamily="18" charset="0"/>
            </a:endParaRPr>
          </a:p>
          <a:p>
            <a:pPr marL="266700" lvl="1" indent="-26670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Edge AI Runtime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: Runs locally on mobile chipsets using </a:t>
            </a: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ONNX Runtime Mobile and NNAPI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266700" lvl="1" indent="-26670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Storage &amp; Memory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INT8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 models require low storage and </a:t>
            </a: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controlled RAM usage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266700" lvl="1" indent="-26670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RF Connectivity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: Uses built-in Wi-Fi Direct and Bluetooth RFCOMM.</a:t>
            </a:r>
          </a:p>
          <a:p>
            <a:pPr marL="266700" lvl="1" indent="-26670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Open-Source Licensing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: Uses </a:t>
            </a:r>
            <a:r>
              <a:rPr lang="en-US" sz="15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Apache 2.0 and MIT-licensed </a:t>
            </a:r>
            <a:r>
              <a:rPr lang="en-US" sz="1500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technologies.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208DFF-6386-32E3-D1B0-A5DE55F666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434" b="13570"/>
          <a:stretch>
            <a:fillRect/>
          </a:stretch>
        </p:blipFill>
        <p:spPr>
          <a:xfrm>
            <a:off x="5006613" y="1048338"/>
            <a:ext cx="6848472" cy="298730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E787F6-9C93-A38F-E6DF-FA68082C7B0F}"/>
              </a:ext>
            </a:extLst>
          </p:cNvPr>
          <p:cNvSpPr/>
          <p:nvPr/>
        </p:nvSpPr>
        <p:spPr>
          <a:xfrm>
            <a:off x="5013753" y="4046883"/>
            <a:ext cx="6613400" cy="2101635"/>
          </a:xfrm>
          <a:prstGeom prst="roundRect">
            <a:avLst>
              <a:gd name="adj" fmla="val 5961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46591E-AB7C-2EA0-40AA-CC752EAD2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2766"/>
              </p:ext>
            </p:extLst>
          </p:nvPr>
        </p:nvGraphicFramePr>
        <p:xfrm>
          <a:off x="5056981" y="4084771"/>
          <a:ext cx="6506370" cy="2018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619">
                  <a:extLst>
                    <a:ext uri="{9D8B030D-6E8A-4147-A177-3AD203B41FA5}">
                      <a16:colId xmlns:a16="http://schemas.microsoft.com/office/drawing/2014/main" val="1458590513"/>
                    </a:ext>
                  </a:extLst>
                </a:gridCol>
                <a:gridCol w="5111751">
                  <a:extLst>
                    <a:ext uri="{9D8B030D-6E8A-4147-A177-3AD203B41FA5}">
                      <a16:colId xmlns:a16="http://schemas.microsoft.com/office/drawing/2014/main" val="3092402653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r>
                        <a:rPr lang="en-US" sz="1600" dirty="0"/>
                        <a:t>Target KPIs </a:t>
                      </a:r>
                      <a:endParaRPr lang="en-IN" sz="16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Measured On-Device Benchmark (Helio G99 / 4GB RAM)</a:t>
                      </a:r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55716"/>
                  </a:ext>
                </a:extLst>
              </a:tr>
              <a:tr h="508430">
                <a:tc>
                  <a:txBody>
                    <a:bodyPr/>
                    <a:lstStyle/>
                    <a:p>
                      <a:r>
                        <a:rPr lang="en-US" sz="1500" dirty="0"/>
                        <a:t>Efficiency 20%</a:t>
                      </a:r>
                      <a:endParaRPr lang="en-IN" sz="15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/>
                        <a:t>Footprint:</a:t>
                      </a:r>
                      <a:r>
                        <a:rPr lang="en-IN" sz="1500" dirty="0"/>
                        <a:t> 215 MB Flash, 262 MB Peak RAM</a:t>
                      </a:r>
                    </a:p>
                    <a:p>
                      <a:r>
                        <a:rPr lang="en-IN" sz="1500" b="1" dirty="0"/>
                        <a:t>Idle Load:</a:t>
                      </a:r>
                      <a:r>
                        <a:rPr lang="en-IN" sz="1500" dirty="0"/>
                        <a:t> 48 MB RAM, 2.8% CPU, 1.8% battery/hr</a:t>
                      </a:r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4191118"/>
                  </a:ext>
                </a:extLst>
              </a:tr>
              <a:tr h="508430">
                <a:tc>
                  <a:txBody>
                    <a:bodyPr/>
                    <a:lstStyle/>
                    <a:p>
                      <a:r>
                        <a:rPr lang="en-US" sz="1500" dirty="0"/>
                        <a:t>Accuracy 40%</a:t>
                      </a:r>
                      <a:endParaRPr lang="en-IN" sz="15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/>
                        <a:t>STT (WER):</a:t>
                      </a:r>
                      <a:r>
                        <a:rPr lang="en-IN" sz="1500" dirty="0"/>
                        <a:t> 13.6% average in 15dB field noise</a:t>
                      </a:r>
                    </a:p>
                    <a:p>
                      <a:r>
                        <a:rPr lang="en-IN" sz="1500" b="1" dirty="0"/>
                        <a:t>TTS (MOS):</a:t>
                      </a:r>
                      <a:r>
                        <a:rPr lang="en-IN" sz="1500" dirty="0"/>
                        <a:t> 4.10 – 4.40 / 5.0 rating (High legibility) </a:t>
                      </a:r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6814675"/>
                  </a:ext>
                </a:extLst>
              </a:tr>
              <a:tr h="508430">
                <a:tc>
                  <a:txBody>
                    <a:bodyPr/>
                    <a:lstStyle/>
                    <a:p>
                      <a:r>
                        <a:rPr lang="en-US" sz="1500" dirty="0"/>
                        <a:t>Latency 20%</a:t>
                      </a:r>
                      <a:endParaRPr lang="en-IN" sz="15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/>
                        <a:t>End-to-End:</a:t>
                      </a:r>
                      <a:r>
                        <a:rPr lang="en-IN" sz="1500" dirty="0"/>
                        <a:t> 1.85s total (375ms post-speech delivery)</a:t>
                      </a:r>
                    </a:p>
                    <a:p>
                      <a:r>
                        <a:rPr lang="en-IN" sz="1500" b="1" dirty="0"/>
                        <a:t>Speed (RTF):</a:t>
                      </a:r>
                      <a:r>
                        <a:rPr lang="en-IN" sz="1500" dirty="0"/>
                        <a:t> 0.25x (Processes 4.5x faster than speech)</a:t>
                      </a:r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671608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FBD6312-5B6C-ADCB-DDC6-2FFAB3A88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61113"/>
              </p:ext>
            </p:extLst>
          </p:nvPr>
        </p:nvGraphicFramePr>
        <p:xfrm>
          <a:off x="5159375" y="1804457"/>
          <a:ext cx="3355975" cy="546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75">
                  <a:extLst>
                    <a:ext uri="{9D8B030D-6E8A-4147-A177-3AD203B41FA5}">
                      <a16:colId xmlns:a16="http://schemas.microsoft.com/office/drawing/2014/main" val="3200062789"/>
                    </a:ext>
                  </a:extLst>
                </a:gridCol>
                <a:gridCol w="903014">
                  <a:extLst>
                    <a:ext uri="{9D8B030D-6E8A-4147-A177-3AD203B41FA5}">
                      <a16:colId xmlns:a16="http://schemas.microsoft.com/office/drawing/2014/main" val="2585053158"/>
                    </a:ext>
                  </a:extLst>
                </a:gridCol>
                <a:gridCol w="838993">
                  <a:extLst>
                    <a:ext uri="{9D8B030D-6E8A-4147-A177-3AD203B41FA5}">
                      <a16:colId xmlns:a16="http://schemas.microsoft.com/office/drawing/2014/main" val="1289233439"/>
                    </a:ext>
                  </a:extLst>
                </a:gridCol>
                <a:gridCol w="838993">
                  <a:extLst>
                    <a:ext uri="{9D8B030D-6E8A-4147-A177-3AD203B41FA5}">
                      <a16:colId xmlns:a16="http://schemas.microsoft.com/office/drawing/2014/main" val="2751572616"/>
                    </a:ext>
                  </a:extLst>
                </a:gridCol>
              </a:tblGrid>
              <a:tr h="15549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Mobile Phone</a:t>
                      </a:r>
                      <a:endParaRPr lang="en-IN" sz="8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Edge Ai </a:t>
                      </a:r>
                      <a:endParaRPr lang="en-IN" sz="8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Compaction</a:t>
                      </a:r>
                      <a:endParaRPr lang="en-IN" sz="8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P2P Network</a:t>
                      </a:r>
                      <a:endParaRPr lang="en-IN" sz="8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614790"/>
                  </a:ext>
                </a:extLst>
              </a:tr>
              <a:tr h="33319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Low/mid range devices</a:t>
                      </a:r>
                      <a:endParaRPr lang="en-IN" sz="6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INT8</a:t>
                      </a:r>
                    </a:p>
                    <a:p>
                      <a:pPr algn="ctr"/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(ONNX/NNAP)</a:t>
                      </a:r>
                      <a:endParaRPr lang="en-IN" sz="6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50-200B</a:t>
                      </a:r>
                    </a:p>
                    <a:p>
                      <a:pPr algn="ctr"/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en-US" sz="60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protobuf</a:t>
                      </a:r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)</a:t>
                      </a:r>
                      <a:endParaRPr lang="en-IN" sz="6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Wifi</a:t>
                      </a:r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 + BT</a:t>
                      </a:r>
                    </a:p>
                    <a:p>
                      <a:pPr algn="ctr"/>
                      <a:r>
                        <a:rPr lang="en-US" sz="6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(Direct / RFCOMM)</a:t>
                      </a:r>
                      <a:endParaRPr lang="en-IN" sz="600" dirty="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33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20811D-4327-6490-46B7-A634DD10AB13}"/>
              </a:ext>
            </a:extLst>
          </p:cNvPr>
          <p:cNvSpPr/>
          <p:nvPr/>
        </p:nvSpPr>
        <p:spPr>
          <a:xfrm>
            <a:off x="416194" y="1119677"/>
            <a:ext cx="4088618" cy="5025534"/>
          </a:xfrm>
          <a:prstGeom prst="round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Falcons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3FF3767-64A2-60B3-2683-820E8AFDD5A0}"/>
              </a:ext>
            </a:extLst>
          </p:cNvPr>
          <p:cNvGrpSpPr/>
          <p:nvPr/>
        </p:nvGrpSpPr>
        <p:grpSpPr>
          <a:xfrm>
            <a:off x="558713" y="1304926"/>
            <a:ext cx="3819524" cy="4447677"/>
            <a:chOff x="5560880" y="304930"/>
            <a:chExt cx="6399546" cy="7452004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71E45A15-7316-D144-6358-1951C49A54CE}"/>
                </a:ext>
              </a:extLst>
            </p:cNvPr>
            <p:cNvSpPr/>
            <p:nvPr/>
          </p:nvSpPr>
          <p:spPr>
            <a:xfrm>
              <a:off x="6284498" y="304930"/>
              <a:ext cx="5122830" cy="483938"/>
            </a:xfrm>
            <a:custGeom>
              <a:avLst/>
              <a:gdLst/>
              <a:ahLst/>
              <a:cxnLst/>
              <a:rect l="l" t="t" r="r" b="b"/>
              <a:pathLst>
                <a:path w="7300398" h="515348">
                  <a:moveTo>
                    <a:pt x="0" y="0"/>
                  </a:moveTo>
                  <a:lnTo>
                    <a:pt x="7300397" y="0"/>
                  </a:lnTo>
                  <a:lnTo>
                    <a:pt x="7300397" y="515348"/>
                  </a:lnTo>
                  <a:lnTo>
                    <a:pt x="0" y="515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29" t="-53253" r="-20779" b="-85244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BF8FAD66-C982-3A1C-7E45-BF7A4A80AEBC}"/>
                </a:ext>
              </a:extLst>
            </p:cNvPr>
            <p:cNvSpPr/>
            <p:nvPr/>
          </p:nvSpPr>
          <p:spPr>
            <a:xfrm>
              <a:off x="5560880" y="889559"/>
              <a:ext cx="6399546" cy="3002732"/>
            </a:xfrm>
            <a:custGeom>
              <a:avLst/>
              <a:gdLst/>
              <a:ahLst/>
              <a:cxnLst/>
              <a:rect l="l" t="t" r="r" b="b"/>
              <a:pathLst>
                <a:path w="6949633" h="3002732">
                  <a:moveTo>
                    <a:pt x="0" y="0"/>
                  </a:moveTo>
                  <a:lnTo>
                    <a:pt x="6949633" y="0"/>
                  </a:lnTo>
                  <a:lnTo>
                    <a:pt x="6949633" y="3002732"/>
                  </a:lnTo>
                  <a:lnTo>
                    <a:pt x="0" y="3002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46" t="-32447" r="-5250" b="-218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2780C1AE-E4D7-DFB4-02B0-B347DC0CF638}"/>
                </a:ext>
              </a:extLst>
            </p:cNvPr>
            <p:cNvSpPr/>
            <p:nvPr/>
          </p:nvSpPr>
          <p:spPr>
            <a:xfrm>
              <a:off x="5560880" y="4313582"/>
              <a:ext cx="6399546" cy="3443352"/>
            </a:xfrm>
            <a:custGeom>
              <a:avLst/>
              <a:gdLst/>
              <a:ahLst/>
              <a:cxnLst/>
              <a:rect l="l" t="t" r="r" b="b"/>
              <a:pathLst>
                <a:path w="6958847" h="3443352">
                  <a:moveTo>
                    <a:pt x="0" y="0"/>
                  </a:moveTo>
                  <a:lnTo>
                    <a:pt x="6958847" y="0"/>
                  </a:lnTo>
                  <a:lnTo>
                    <a:pt x="6958847" y="3443352"/>
                  </a:lnTo>
                  <a:lnTo>
                    <a:pt x="0" y="344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45" t="-31401" r="-5395" b="-33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0B66EA7-DA04-8F20-28EA-E922AB2AE087}"/>
              </a:ext>
            </a:extLst>
          </p:cNvPr>
          <p:cNvGrpSpPr/>
          <p:nvPr/>
        </p:nvGrpSpPr>
        <p:grpSpPr>
          <a:xfrm>
            <a:off x="4862116" y="1051416"/>
            <a:ext cx="6893291" cy="3318350"/>
            <a:chOff x="4864260" y="1095375"/>
            <a:chExt cx="6893291" cy="331835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4A1CCF0-8F85-57E2-4345-98625161A4D5}"/>
                </a:ext>
              </a:extLst>
            </p:cNvPr>
            <p:cNvGrpSpPr/>
            <p:nvPr/>
          </p:nvGrpSpPr>
          <p:grpSpPr>
            <a:xfrm>
              <a:off x="4864260" y="1272780"/>
              <a:ext cx="6893291" cy="3140945"/>
              <a:chOff x="4689109" y="1059580"/>
              <a:chExt cx="6519911" cy="3145151"/>
            </a:xfrm>
          </p:grpSpPr>
          <p:graphicFrame>
            <p:nvGraphicFramePr>
              <p:cNvPr id="54" name="Diagram 53">
                <a:extLst>
                  <a:ext uri="{FF2B5EF4-FFF2-40B4-BE49-F238E27FC236}">
                    <a16:creationId xmlns:a16="http://schemas.microsoft.com/office/drawing/2014/main" id="{E9F38360-1CDD-269E-C51D-F290AC94665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69047679"/>
                  </p:ext>
                </p:extLst>
              </p:nvPr>
            </p:nvGraphicFramePr>
            <p:xfrm>
              <a:off x="6881789" y="1204674"/>
              <a:ext cx="4327231" cy="289075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1F56561-D58A-0AE0-5F99-4A25F2C2B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l="25619" t="21144" r="25514" b="18728"/>
              <a:stretch>
                <a:fillRect/>
              </a:stretch>
            </p:blipFill>
            <p:spPr>
              <a:xfrm>
                <a:off x="4689109" y="1059580"/>
                <a:ext cx="3113700" cy="314515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A008D46-0808-20DD-F0C5-F6A1D2610268}"/>
                </a:ext>
              </a:extLst>
            </p:cNvPr>
            <p:cNvSpPr/>
            <p:nvPr/>
          </p:nvSpPr>
          <p:spPr>
            <a:xfrm>
              <a:off x="6616425" y="1095375"/>
              <a:ext cx="4965975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1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Potential Impact of our Solution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46C7484-FB7E-EEBF-527D-4E03DE9DE6C7}"/>
              </a:ext>
            </a:extLst>
          </p:cNvPr>
          <p:cNvSpPr txBox="1"/>
          <p:nvPr/>
        </p:nvSpPr>
        <p:spPr>
          <a:xfrm>
            <a:off x="4535005" y="4782447"/>
            <a:ext cx="70667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1500" b="1" dirty="0"/>
              <a:t>Deep-Space Telemetry &amp; LoRa Expansion:</a:t>
            </a:r>
            <a:r>
              <a:rPr lang="en-IN" sz="1500" dirty="0"/>
              <a:t> Compressing voice into tiny </a:t>
            </a:r>
            <a:r>
              <a:rPr lang="en-IN" sz="1500" b="1" dirty="0"/>
              <a:t>50-byte</a:t>
            </a:r>
            <a:r>
              <a:rPr lang="en-IN" sz="1500" dirty="0"/>
              <a:t> payloads positions </a:t>
            </a:r>
            <a:r>
              <a:rPr lang="en-IN" sz="1500" b="1" dirty="0"/>
              <a:t>iTantra</a:t>
            </a:r>
            <a:r>
              <a:rPr lang="en-IN" sz="1500" dirty="0"/>
              <a:t> perfectly for </a:t>
            </a:r>
            <a:r>
              <a:rPr lang="en-IN" sz="1500" b="1" dirty="0"/>
              <a:t>ISRO's</a:t>
            </a:r>
            <a:r>
              <a:rPr lang="en-IN" sz="1500" dirty="0"/>
              <a:t> satellite networks, while future </a:t>
            </a:r>
            <a:r>
              <a:rPr lang="en-IN" sz="1500" b="1" dirty="0"/>
              <a:t>LoRa</a:t>
            </a:r>
            <a:r>
              <a:rPr lang="en-IN" sz="1500" dirty="0"/>
              <a:t> hardware integration will extend our </a:t>
            </a:r>
            <a:r>
              <a:rPr lang="en-IN" sz="1500" b="1" dirty="0"/>
              <a:t>secure, offline terrestrial </a:t>
            </a:r>
            <a:r>
              <a:rPr lang="en-IN" sz="1500" dirty="0"/>
              <a:t>mesh beyond </a:t>
            </a:r>
            <a:r>
              <a:rPr lang="en-IN" sz="1500" b="1" dirty="0"/>
              <a:t>10 kms. 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1500" b="1" dirty="0"/>
              <a:t>Accelerating India's Rural Economy:</a:t>
            </a:r>
            <a:r>
              <a:rPr lang="en-IN" sz="1500" dirty="0"/>
              <a:t> </a:t>
            </a:r>
            <a:r>
              <a:rPr lang="en-IN" sz="1500" b="1" dirty="0"/>
              <a:t>Transforming</a:t>
            </a:r>
            <a:r>
              <a:rPr lang="en-IN" sz="1500" dirty="0"/>
              <a:t> everyday smartphones into </a:t>
            </a:r>
            <a:r>
              <a:rPr lang="en-IN" sz="1500" b="1" dirty="0"/>
              <a:t>decentralized</a:t>
            </a:r>
            <a:r>
              <a:rPr lang="en-IN" sz="1500" dirty="0"/>
              <a:t> communication hubs bypasses </a:t>
            </a:r>
            <a:r>
              <a:rPr lang="en-IN" sz="1500" b="1" dirty="0"/>
              <a:t>vulnerable cellular grids</a:t>
            </a:r>
            <a:r>
              <a:rPr lang="en-IN" sz="1500" dirty="0"/>
              <a:t>, ensuring </a:t>
            </a:r>
            <a:r>
              <a:rPr lang="en-IN" sz="1500" b="1" dirty="0"/>
              <a:t>remote</a:t>
            </a:r>
            <a:r>
              <a:rPr lang="en-IN" sz="1500" dirty="0"/>
              <a:t> farmers remain </a:t>
            </a:r>
            <a:r>
              <a:rPr lang="en-IN" sz="1500" b="1" dirty="0"/>
              <a:t>permanently connected</a:t>
            </a:r>
            <a:r>
              <a:rPr lang="en-IN" sz="1500" dirty="0"/>
              <a:t> to drive India's </a:t>
            </a:r>
            <a:r>
              <a:rPr lang="en-IN" sz="1500" b="1" dirty="0"/>
              <a:t>national growth.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3739DD-44FA-196E-BAD8-AA6B251BA39F}"/>
              </a:ext>
            </a:extLst>
          </p:cNvPr>
          <p:cNvSpPr txBox="1"/>
          <p:nvPr/>
        </p:nvSpPr>
        <p:spPr>
          <a:xfrm>
            <a:off x="4648200" y="4399178"/>
            <a:ext cx="1575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259967"/>
            <a:ext cx="10972799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Semantic Communication &amp; Offline Edge AI:- </a:t>
            </a:r>
            <a:r>
              <a:rPr lang="en-IN" i="1" dirty="0"/>
              <a:t>Associated Academic Study:</a:t>
            </a:r>
            <a:r>
              <a:rPr lang="en-IN" dirty="0"/>
              <a:t> Real-Time </a:t>
            </a:r>
            <a:r>
              <a:rPr lang="en-IN" b="1" dirty="0"/>
              <a:t>Speech-to-Text</a:t>
            </a:r>
            <a:r>
              <a:rPr lang="en-IN" dirty="0"/>
              <a:t> on </a:t>
            </a:r>
            <a:r>
              <a:rPr lang="en-IN" b="1" dirty="0"/>
              <a:t>Edge</a:t>
            </a:r>
            <a:r>
              <a:rPr lang="en-IN" dirty="0"/>
              <a:t>: A Prototype System for </a:t>
            </a:r>
            <a:r>
              <a:rPr lang="en-IN" b="1" dirty="0"/>
              <a:t>Ultra-Low</a:t>
            </a:r>
            <a:r>
              <a:rPr lang="en-IN" dirty="0"/>
              <a:t> Latency and Local Processing - </a:t>
            </a:r>
            <a:r>
              <a:rPr lang="en-IN" dirty="0">
                <a:hlinkClick r:id="rId3"/>
              </a:rPr>
              <a:t>MDPI Article</a:t>
            </a:r>
            <a:endParaRPr lang="en-IN" dirty="0"/>
          </a:p>
          <a:p>
            <a:r>
              <a:rPr lang="en-IN" b="1" dirty="0"/>
              <a:t>Resilient Ad-Hoc Networking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the Framework for </a:t>
            </a:r>
            <a:r>
              <a:rPr lang="en-IN" b="1" dirty="0"/>
              <a:t>Satellite</a:t>
            </a:r>
            <a:r>
              <a:rPr lang="en-IN" dirty="0"/>
              <a:t> Communication Network – </a:t>
            </a:r>
            <a:r>
              <a:rPr lang="en-IN" dirty="0">
                <a:hlinkClick r:id="rId4"/>
              </a:rPr>
              <a:t>TRAI Paper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i="1" dirty="0"/>
              <a:t>Associated Academic Study:</a:t>
            </a:r>
            <a:r>
              <a:rPr lang="en-IN" dirty="0"/>
              <a:t> IEEE </a:t>
            </a:r>
            <a:r>
              <a:rPr lang="en-IN" b="1" dirty="0"/>
              <a:t>Device-to-Device</a:t>
            </a:r>
            <a:r>
              <a:rPr lang="en-IN" dirty="0"/>
              <a:t> Wireless </a:t>
            </a:r>
            <a:r>
              <a:rPr lang="en-IN" b="1" dirty="0"/>
              <a:t>Protocols</a:t>
            </a:r>
            <a:r>
              <a:rPr lang="en-IN" dirty="0"/>
              <a:t> – </a:t>
            </a:r>
            <a:r>
              <a:rPr lang="en-IN" dirty="0">
                <a:hlinkClick r:id="rId5"/>
              </a:rPr>
              <a:t>IEEE Published Research Paper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Low Bitrate </a:t>
            </a:r>
            <a:r>
              <a:rPr lang="en-IN" b="1" dirty="0"/>
              <a:t>High-Quality RVQGAN-based Discrete </a:t>
            </a:r>
            <a:r>
              <a:rPr lang="en-IN" dirty="0"/>
              <a:t>Speech Tokenizer – </a:t>
            </a:r>
            <a:r>
              <a:rPr lang="en-IN" dirty="0">
                <a:hlinkClick r:id="rId6"/>
              </a:rPr>
              <a:t>IBM Research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Performance evaluation of </a:t>
            </a:r>
            <a:r>
              <a:rPr lang="en-IN" b="1" dirty="0"/>
              <a:t>low-bitrate voice </a:t>
            </a:r>
            <a:r>
              <a:rPr lang="en-IN" dirty="0"/>
              <a:t>using spread spectrum techniques for satellite-based emergency communication – </a:t>
            </a:r>
            <a:r>
              <a:rPr lang="en-IN" dirty="0">
                <a:hlinkClick r:id="rId7"/>
              </a:rPr>
              <a:t>Science Direct Article</a:t>
            </a:r>
            <a:endParaRPr lang="en-IN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i="1" dirty="0"/>
              <a:t>Associated Academic Study:</a:t>
            </a:r>
            <a:r>
              <a:rPr lang="en-IN" dirty="0"/>
              <a:t> An </a:t>
            </a:r>
            <a:r>
              <a:rPr lang="en-IN" b="1" dirty="0"/>
              <a:t>Infrastructure-Less</a:t>
            </a:r>
            <a:r>
              <a:rPr lang="en-IN" dirty="0"/>
              <a:t> Communication Platform for Android Smartphones Using </a:t>
            </a:r>
            <a:r>
              <a:rPr lang="en-IN" b="1" dirty="0"/>
              <a:t>Wi-Fi Direct </a:t>
            </a:r>
            <a:r>
              <a:rPr lang="en-IN" dirty="0"/>
              <a:t>– </a:t>
            </a:r>
            <a:r>
              <a:rPr lang="en-IN" dirty="0">
                <a:hlinkClick r:id="rId8"/>
              </a:rPr>
              <a:t>Springer Natural Article</a:t>
            </a:r>
            <a:endParaRPr lang="en-IN" dirty="0"/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i="1" dirty="0"/>
              <a:t>Associated Academic Study:</a:t>
            </a:r>
            <a:r>
              <a:rPr lang="en-IN" dirty="0"/>
              <a:t> Wi-Fi Direct in Android: Creating seamless </a:t>
            </a:r>
            <a:r>
              <a:rPr lang="en-IN" b="1" dirty="0"/>
              <a:t>device-to-device</a:t>
            </a:r>
            <a:r>
              <a:rPr lang="en-IN" dirty="0"/>
              <a:t> communication – </a:t>
            </a:r>
            <a:r>
              <a:rPr lang="en-IN" dirty="0" err="1">
                <a:hlinkClick r:id="rId9"/>
              </a:rPr>
              <a:t>ArdaScience</a:t>
            </a:r>
            <a:r>
              <a:rPr lang="en-IN" dirty="0">
                <a:hlinkClick r:id="rId9"/>
              </a:rPr>
              <a:t> Article</a:t>
            </a:r>
            <a:endParaRPr lang="en-IN" dirty="0"/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dirty="0"/>
              <a:t>Our </a:t>
            </a:r>
            <a:r>
              <a:rPr lang="en-IN" b="1" dirty="0"/>
              <a:t>Patent Research </a:t>
            </a:r>
            <a:r>
              <a:rPr lang="en-IN" dirty="0"/>
              <a:t>draft: iTantra Universal Communicator – </a:t>
            </a:r>
            <a:r>
              <a:rPr lang="en-IN" dirty="0">
                <a:hlinkClick r:id="rId10"/>
              </a:rPr>
              <a:t>iTantra Article</a:t>
            </a:r>
            <a:endParaRPr lang="en-IN" dirty="0"/>
          </a:p>
          <a:p>
            <a:pPr lvl="0"/>
            <a:r>
              <a:rPr lang="en-IN" b="1" dirty="0"/>
              <a:t>Project Ecosystem &amp; Repositories</a:t>
            </a:r>
            <a:endParaRPr lang="en-IN" dirty="0"/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b="1" dirty="0"/>
              <a:t>Our Own Codebase:</a:t>
            </a:r>
            <a:r>
              <a:rPr lang="en-IN" dirty="0"/>
              <a:t> </a:t>
            </a:r>
            <a:r>
              <a:rPr lang="en-IN" b="1" dirty="0">
                <a:hlinkClick r:id="rId11"/>
              </a:rPr>
              <a:t>Our </a:t>
            </a:r>
            <a:r>
              <a:rPr lang="en-IN" b="1" dirty="0" err="1">
                <a:hlinkClick r:id="rId11"/>
              </a:rPr>
              <a:t>Github</a:t>
            </a:r>
            <a:r>
              <a:rPr lang="en-IN" b="1" dirty="0">
                <a:hlinkClick r:id="rId11"/>
              </a:rPr>
              <a:t> Project Repository</a:t>
            </a:r>
            <a:endParaRPr lang="en-IN" b="1" dirty="0"/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b="1" dirty="0"/>
              <a:t>Deployed Application Link: </a:t>
            </a:r>
            <a:r>
              <a:rPr lang="en-IN" b="1" dirty="0">
                <a:hlinkClick r:id="rId12"/>
              </a:rPr>
              <a:t>Application Download URL</a:t>
            </a:r>
            <a:r>
              <a:rPr lang="en-IN" b="1" dirty="0"/>
              <a:t> &amp; </a:t>
            </a:r>
            <a:r>
              <a:rPr lang="en-IN" b="1" dirty="0">
                <a:hlinkClick r:id="rId13"/>
              </a:rPr>
              <a:t>Application Release Page</a:t>
            </a:r>
            <a:endParaRPr lang="en-IN" b="1" dirty="0"/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b="1" dirty="0"/>
              <a:t>Video Demonstration:</a:t>
            </a:r>
            <a:r>
              <a:rPr lang="en-IN" dirty="0"/>
              <a:t> </a:t>
            </a:r>
            <a:r>
              <a:rPr lang="en-IN" b="1" dirty="0">
                <a:hlinkClick r:id="rId14"/>
              </a:rPr>
              <a:t>Prototype </a:t>
            </a:r>
            <a:r>
              <a:rPr lang="en-IN" b="1" dirty="0" err="1">
                <a:hlinkClick r:id="rId14"/>
              </a:rPr>
              <a:t>Youtube</a:t>
            </a:r>
            <a:r>
              <a:rPr lang="en-IN" b="1" dirty="0">
                <a:hlinkClick r:id="rId14"/>
              </a:rPr>
              <a:t> Video Link</a:t>
            </a:r>
            <a:endParaRPr lang="en-IN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b="1" dirty="0"/>
              <a:t>Live Web Portal:</a:t>
            </a:r>
            <a:r>
              <a:rPr lang="en-IN" dirty="0"/>
              <a:t> </a:t>
            </a:r>
            <a:r>
              <a:rPr lang="en-IN" dirty="0">
                <a:hlinkClick r:id="rId15"/>
              </a:rPr>
              <a:t>Landing Page for the Application</a:t>
            </a:r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Falcons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9232</TotalTime>
  <Words>1020</Words>
  <Application>Microsoft Office PowerPoint</Application>
  <PresentationFormat>Widescreen</PresentationFormat>
  <Paragraphs>134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ITantra – Universal Communicator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Sarthak Patil</cp:lastModifiedBy>
  <cp:revision>155</cp:revision>
  <dcterms:created xsi:type="dcterms:W3CDTF">2013-12-12T18:46:50Z</dcterms:created>
  <dcterms:modified xsi:type="dcterms:W3CDTF">2026-09-14T17:31:51Z</dcterms:modified>
  <cp:category/>
</cp:coreProperties>
</file>