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EF6DD5C-913E-4AE7-800F-28170D83A84D}" type="doc">
      <dgm:prSet loTypeId="urn:microsoft.com/office/officeart/2005/8/layout/process4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7C4218A3-79F7-466D-860A-7E8D62C8040A}">
      <dgm:prSet/>
      <dgm:spPr/>
      <dgm:t>
        <a:bodyPr/>
        <a:lstStyle/>
        <a:p>
          <a:pPr>
            <a:buNone/>
          </a:pPr>
          <a:r>
            <a:rPr lang="en-US" dirty="0"/>
            <a:t>START</a:t>
          </a:r>
          <a:endParaRPr lang="en-IN" dirty="0"/>
        </a:p>
      </dgm:t>
    </dgm:pt>
    <dgm:pt modelId="{23DB58BD-22FE-43FD-AB1F-1F4FC6C456E0}" type="parTrans" cxnId="{FF874D4E-7D4B-4AD6-9984-C511FF8E58E1}">
      <dgm:prSet/>
      <dgm:spPr/>
      <dgm:t>
        <a:bodyPr/>
        <a:lstStyle/>
        <a:p>
          <a:endParaRPr lang="en-IN"/>
        </a:p>
      </dgm:t>
    </dgm:pt>
    <dgm:pt modelId="{E991C290-93FA-4061-B4E5-F3952E19402D}" type="sibTrans" cxnId="{FF874D4E-7D4B-4AD6-9984-C511FF8E58E1}">
      <dgm:prSet/>
      <dgm:spPr/>
      <dgm:t>
        <a:bodyPr/>
        <a:lstStyle/>
        <a:p>
          <a:endParaRPr lang="en-IN"/>
        </a:p>
      </dgm:t>
    </dgm:pt>
    <dgm:pt modelId="{AE3C4D2F-900D-422A-AC8C-0F595CE947DC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b="1" dirty="0"/>
            <a:t>Capture 16 kHz Audio</a:t>
          </a:r>
        </a:p>
      </dgm:t>
    </dgm:pt>
    <dgm:pt modelId="{4031BF8B-21ED-4DE6-B592-CC5A5FF55DCC}" type="parTrans" cxnId="{5D45DA5A-72E9-4881-B0C7-9E9515E6E9BD}">
      <dgm:prSet/>
      <dgm:spPr/>
      <dgm:t>
        <a:bodyPr/>
        <a:lstStyle/>
        <a:p>
          <a:endParaRPr lang="en-IN"/>
        </a:p>
      </dgm:t>
    </dgm:pt>
    <dgm:pt modelId="{037079E1-9CC9-4D1C-AD1E-2127322C0191}" type="sibTrans" cxnId="{5D45DA5A-72E9-4881-B0C7-9E9515E6E9BD}">
      <dgm:prSet/>
      <dgm:spPr/>
      <dgm:t>
        <a:bodyPr/>
        <a:lstStyle/>
        <a:p>
          <a:endParaRPr lang="en-IN"/>
        </a:p>
      </dgm:t>
    </dgm:pt>
    <dgm:pt modelId="{85BA4388-3217-4E0A-9DD2-252A7480B762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/>
            <a:t>VAD</a:t>
          </a:r>
          <a:endParaRPr lang="en-IN" dirty="0"/>
        </a:p>
      </dgm:t>
    </dgm:pt>
    <dgm:pt modelId="{C4458A0B-9A59-48E1-91C3-FFFA0621E160}" type="parTrans" cxnId="{76ED9035-98B4-4999-B0FB-C6BEA342E15C}">
      <dgm:prSet/>
      <dgm:spPr/>
      <dgm:t>
        <a:bodyPr/>
        <a:lstStyle/>
        <a:p>
          <a:endParaRPr lang="en-IN"/>
        </a:p>
      </dgm:t>
    </dgm:pt>
    <dgm:pt modelId="{415ECA5C-2600-49D4-A464-217FB33B999A}" type="sibTrans" cxnId="{76ED9035-98B4-4999-B0FB-C6BEA342E15C}">
      <dgm:prSet/>
      <dgm:spPr/>
      <dgm:t>
        <a:bodyPr/>
        <a:lstStyle/>
        <a:p>
          <a:endParaRPr lang="en-IN"/>
        </a:p>
      </dgm:t>
    </dgm:pt>
    <dgm:pt modelId="{C5F73428-4030-43A5-8305-333D08A5538A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dirty="0"/>
            <a:t>Detect speech segments locally</a:t>
          </a:r>
        </a:p>
      </dgm:t>
    </dgm:pt>
    <dgm:pt modelId="{203B51DB-454C-4EC0-A797-BF69EA08BED6}" type="parTrans" cxnId="{33F131B1-A35F-40A4-B3B0-7237113F6109}">
      <dgm:prSet/>
      <dgm:spPr/>
      <dgm:t>
        <a:bodyPr/>
        <a:lstStyle/>
        <a:p>
          <a:endParaRPr lang="en-IN"/>
        </a:p>
      </dgm:t>
    </dgm:pt>
    <dgm:pt modelId="{E61C84BD-DF3E-42E8-ABB7-E2DD593CEDA6}" type="sibTrans" cxnId="{33F131B1-A35F-40A4-B3B0-7237113F6109}">
      <dgm:prSet/>
      <dgm:spPr/>
      <dgm:t>
        <a:bodyPr/>
        <a:lstStyle/>
        <a:p>
          <a:endParaRPr lang="en-IN"/>
        </a:p>
      </dgm:t>
    </dgm:pt>
    <dgm:pt modelId="{CC17E0A8-0789-4964-A015-9DD2E4E27E0F}">
      <dgm:prSet/>
      <dgm:spPr/>
      <dgm:t>
        <a:bodyPr/>
        <a:lstStyle/>
        <a:p>
          <a:pPr>
            <a:buNone/>
          </a:pPr>
          <a:r>
            <a:rPr lang="en-IN" b="1" dirty="0"/>
            <a:t>3. Local STT Inference</a:t>
          </a:r>
          <a:endParaRPr lang="en-IN" dirty="0"/>
        </a:p>
      </dgm:t>
    </dgm:pt>
    <dgm:pt modelId="{BC4FC4C8-4894-46DB-A5ED-2EE0DCA99AD1}" type="parTrans" cxnId="{90A83C50-2E46-40BE-97CF-7265F057E1FF}">
      <dgm:prSet/>
      <dgm:spPr/>
      <dgm:t>
        <a:bodyPr/>
        <a:lstStyle/>
        <a:p>
          <a:endParaRPr lang="en-IN"/>
        </a:p>
      </dgm:t>
    </dgm:pt>
    <dgm:pt modelId="{4737FE14-D5C6-42E3-BA6F-A812C70867A9}" type="sibTrans" cxnId="{90A83C50-2E46-40BE-97CF-7265F057E1FF}">
      <dgm:prSet/>
      <dgm:spPr/>
      <dgm:t>
        <a:bodyPr/>
        <a:lstStyle/>
        <a:p>
          <a:endParaRPr lang="en-IN"/>
        </a:p>
      </dgm:t>
    </dgm:pt>
    <dgm:pt modelId="{0E124F22-B98A-4733-94B2-B4BBA8DB2088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b="1" dirty="0" err="1"/>
            <a:t>IndicConformer</a:t>
          </a:r>
          <a:r>
            <a:rPr lang="en-IN" b="1" dirty="0"/>
            <a:t> STT</a:t>
          </a:r>
        </a:p>
      </dgm:t>
    </dgm:pt>
    <dgm:pt modelId="{665A5EBA-F875-4BBB-999F-CD5FC90E8CFF}" type="parTrans" cxnId="{12257FD7-A21D-4D6C-B9F4-43F361668B72}">
      <dgm:prSet/>
      <dgm:spPr/>
      <dgm:t>
        <a:bodyPr/>
        <a:lstStyle/>
        <a:p>
          <a:endParaRPr lang="en-IN"/>
        </a:p>
      </dgm:t>
    </dgm:pt>
    <dgm:pt modelId="{414AD853-E56A-4E17-85B3-38AC830419D0}" type="sibTrans" cxnId="{12257FD7-A21D-4D6C-B9F4-43F361668B72}">
      <dgm:prSet/>
      <dgm:spPr/>
      <dgm:t>
        <a:bodyPr/>
        <a:lstStyle/>
        <a:p>
          <a:endParaRPr lang="en-IN"/>
        </a:p>
      </dgm:t>
    </dgm:pt>
    <dgm:pt modelId="{3B10CE05-A16C-48FE-8075-69F444EF9C40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dirty="0"/>
            <a:t>Convert speech to text locally</a:t>
          </a:r>
        </a:p>
      </dgm:t>
    </dgm:pt>
    <dgm:pt modelId="{424DBBAB-D76E-4028-AECE-AC550351ECE7}" type="parTrans" cxnId="{45FCC504-0F7B-4148-8466-37019E02503D}">
      <dgm:prSet/>
      <dgm:spPr/>
      <dgm:t>
        <a:bodyPr/>
        <a:lstStyle/>
        <a:p>
          <a:endParaRPr lang="en-IN"/>
        </a:p>
      </dgm:t>
    </dgm:pt>
    <dgm:pt modelId="{1E13110C-9F7C-434D-A381-67A9851A1405}" type="sibTrans" cxnId="{45FCC504-0F7B-4148-8466-37019E02503D}">
      <dgm:prSet/>
      <dgm:spPr/>
      <dgm:t>
        <a:bodyPr/>
        <a:lstStyle/>
        <a:p>
          <a:endParaRPr lang="en-IN"/>
        </a:p>
      </dgm:t>
    </dgm:pt>
    <dgm:pt modelId="{3200F1DA-F1DD-446C-A6B8-E1B6C2595545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dirty="0"/>
            <a:t>Text Output</a:t>
          </a:r>
        </a:p>
      </dgm:t>
    </dgm:pt>
    <dgm:pt modelId="{0A22991D-B22B-4F3E-8A35-6E1E050438E7}" type="parTrans" cxnId="{6BFAE8EF-B082-43E3-931A-60AF63A0A65B}">
      <dgm:prSet/>
      <dgm:spPr/>
      <dgm:t>
        <a:bodyPr/>
        <a:lstStyle/>
        <a:p>
          <a:endParaRPr lang="en-IN"/>
        </a:p>
      </dgm:t>
    </dgm:pt>
    <dgm:pt modelId="{08EA4444-5D23-44BE-A87A-3174F3AB3A93}" type="sibTrans" cxnId="{6BFAE8EF-B082-43E3-931A-60AF63A0A65B}">
      <dgm:prSet/>
      <dgm:spPr/>
      <dgm:t>
        <a:bodyPr/>
        <a:lstStyle/>
        <a:p>
          <a:endParaRPr lang="en-IN"/>
        </a:p>
      </dgm:t>
    </dgm:pt>
    <dgm:pt modelId="{72808AE0-982D-4EAE-BEAC-59A5604D2CF4}">
      <dgm:prSet/>
      <dgm:spPr/>
      <dgm:t>
        <a:bodyPr/>
        <a:lstStyle/>
        <a:p>
          <a:pPr>
            <a:buNone/>
          </a:pPr>
          <a:r>
            <a:rPr lang="en-IN" b="1"/>
            <a:t>4. P2P Transport and Failover</a:t>
          </a:r>
          <a:endParaRPr lang="en-IN"/>
        </a:p>
      </dgm:t>
    </dgm:pt>
    <dgm:pt modelId="{45A41023-C397-47B3-BD50-9E1F79C95A8A}" type="parTrans" cxnId="{18C86223-ED41-45CC-8DDC-A3B652EC6A2F}">
      <dgm:prSet/>
      <dgm:spPr/>
      <dgm:t>
        <a:bodyPr/>
        <a:lstStyle/>
        <a:p>
          <a:endParaRPr lang="en-IN"/>
        </a:p>
      </dgm:t>
    </dgm:pt>
    <dgm:pt modelId="{2B4A6AE8-F4CC-4D7E-AE16-1304D2E72F8C}" type="sibTrans" cxnId="{18C86223-ED41-45CC-8DDC-A3B652EC6A2F}">
      <dgm:prSet/>
      <dgm:spPr/>
      <dgm:t>
        <a:bodyPr/>
        <a:lstStyle/>
        <a:p>
          <a:endParaRPr lang="en-IN"/>
        </a:p>
      </dgm:t>
    </dgm:pt>
    <dgm:pt modelId="{D72C92E4-D05B-4BBD-A67C-350BA434B7D5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b="1" dirty="0" err="1"/>
            <a:t>ProtoBuf</a:t>
          </a:r>
          <a:endParaRPr lang="en-IN" b="1" dirty="0"/>
        </a:p>
      </dgm:t>
    </dgm:pt>
    <dgm:pt modelId="{323636CC-5148-4BF0-BC39-FF3F1E3A4487}" type="parTrans" cxnId="{AC0B82B7-4AC3-4586-AE2B-FAE2FA6414CE}">
      <dgm:prSet/>
      <dgm:spPr/>
      <dgm:t>
        <a:bodyPr/>
        <a:lstStyle/>
        <a:p>
          <a:endParaRPr lang="en-IN"/>
        </a:p>
      </dgm:t>
    </dgm:pt>
    <dgm:pt modelId="{D5CE3FC3-0769-4DA8-BD60-F7CD02AF1723}" type="sibTrans" cxnId="{AC0B82B7-4AC3-4586-AE2B-FAE2FA6414CE}">
      <dgm:prSet/>
      <dgm:spPr/>
      <dgm:t>
        <a:bodyPr/>
        <a:lstStyle/>
        <a:p>
          <a:endParaRPr lang="en-IN"/>
        </a:p>
      </dgm:t>
    </dgm:pt>
    <dgm:pt modelId="{08268643-C628-4230-BC4A-D500E1F0BF9C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dirty="0"/>
            <a:t>Send via </a:t>
          </a:r>
          <a:r>
            <a:rPr lang="en-IN" b="1" dirty="0"/>
            <a:t>Wi-Fi Direct</a:t>
          </a:r>
        </a:p>
      </dgm:t>
    </dgm:pt>
    <dgm:pt modelId="{41B6471C-4967-4FAF-8BD8-45EFE1D296A5}" type="parTrans" cxnId="{9C2E839B-F5CE-4084-A673-19EE0A427A7D}">
      <dgm:prSet/>
      <dgm:spPr/>
      <dgm:t>
        <a:bodyPr/>
        <a:lstStyle/>
        <a:p>
          <a:endParaRPr lang="en-IN"/>
        </a:p>
      </dgm:t>
    </dgm:pt>
    <dgm:pt modelId="{5E51B62C-C0C1-4F0E-80B9-678E43C84473}" type="sibTrans" cxnId="{9C2E839B-F5CE-4084-A673-19EE0A427A7D}">
      <dgm:prSet/>
      <dgm:spPr/>
      <dgm:t>
        <a:bodyPr/>
        <a:lstStyle/>
        <a:p>
          <a:endParaRPr lang="en-IN"/>
        </a:p>
      </dgm:t>
    </dgm:pt>
    <dgm:pt modelId="{B04CD272-8C5C-49B2-986E-95F3740BE168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dirty="0"/>
            <a:t>Fallback to </a:t>
          </a:r>
          <a:r>
            <a:rPr lang="en-IN" b="1" dirty="0"/>
            <a:t>Bluetooth RFCOMM</a:t>
          </a:r>
        </a:p>
      </dgm:t>
    </dgm:pt>
    <dgm:pt modelId="{E5B401ED-A3F0-4249-AF57-2FCFB0A0529E}" type="parTrans" cxnId="{34D1295A-7D6A-42DD-B767-6A7399F3DDB6}">
      <dgm:prSet/>
      <dgm:spPr/>
      <dgm:t>
        <a:bodyPr/>
        <a:lstStyle/>
        <a:p>
          <a:endParaRPr lang="en-IN"/>
        </a:p>
      </dgm:t>
    </dgm:pt>
    <dgm:pt modelId="{6D6C924E-7205-4B35-A7A1-18AF15562D05}" type="sibTrans" cxnId="{34D1295A-7D6A-42DD-B767-6A7399F3DDB6}">
      <dgm:prSet/>
      <dgm:spPr/>
      <dgm:t>
        <a:bodyPr/>
        <a:lstStyle/>
        <a:p>
          <a:endParaRPr lang="en-IN"/>
        </a:p>
      </dgm:t>
    </dgm:pt>
    <dgm:pt modelId="{649CBA68-1E90-417E-A4A7-D98A8BA252AB}">
      <dgm:prSet/>
      <dgm:spPr/>
      <dgm:t>
        <a:bodyPr/>
        <a:lstStyle/>
        <a:p>
          <a:pPr>
            <a:buNone/>
          </a:pPr>
          <a:r>
            <a:rPr lang="en-IN" b="1" dirty="0"/>
            <a:t>5. Socket Reception and Dispatch</a:t>
          </a:r>
          <a:endParaRPr lang="en-IN" dirty="0"/>
        </a:p>
      </dgm:t>
    </dgm:pt>
    <dgm:pt modelId="{7C323ECB-E06B-4664-B1FC-4C6F343CAB09}" type="parTrans" cxnId="{27E7E179-BA86-4E7E-B2F9-0703CD5C39CA}">
      <dgm:prSet/>
      <dgm:spPr/>
      <dgm:t>
        <a:bodyPr/>
        <a:lstStyle/>
        <a:p>
          <a:endParaRPr lang="en-IN"/>
        </a:p>
      </dgm:t>
    </dgm:pt>
    <dgm:pt modelId="{CE550D9D-C1FD-43AC-97E8-8589C60A8520}" type="sibTrans" cxnId="{27E7E179-BA86-4E7E-B2F9-0703CD5C39CA}">
      <dgm:prSet/>
      <dgm:spPr/>
      <dgm:t>
        <a:bodyPr/>
        <a:lstStyle/>
        <a:p>
          <a:endParaRPr lang="en-IN"/>
        </a:p>
      </dgm:t>
    </dgm:pt>
    <dgm:pt modelId="{59061B12-C494-4088-9B7D-F23934C17248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dirty="0"/>
            <a:t>Receive and parse message</a:t>
          </a:r>
        </a:p>
      </dgm:t>
    </dgm:pt>
    <dgm:pt modelId="{F6E83A49-6635-4484-AE95-426E7F3F8685}" type="parTrans" cxnId="{05467C92-A080-463B-94C9-BF954A1BDD59}">
      <dgm:prSet/>
      <dgm:spPr/>
      <dgm:t>
        <a:bodyPr/>
        <a:lstStyle/>
        <a:p>
          <a:endParaRPr lang="en-IN"/>
        </a:p>
      </dgm:t>
    </dgm:pt>
    <dgm:pt modelId="{E1A3A809-8BF1-4004-8A27-ADBE97801493}" type="sibTrans" cxnId="{05467C92-A080-463B-94C9-BF954A1BDD59}">
      <dgm:prSet/>
      <dgm:spPr/>
      <dgm:t>
        <a:bodyPr/>
        <a:lstStyle/>
        <a:p>
          <a:endParaRPr lang="en-IN"/>
        </a:p>
      </dgm:t>
    </dgm:pt>
    <dgm:pt modelId="{3705B3DA-DA3C-406F-AEA8-BCC035502D31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b="1" dirty="0"/>
            <a:t>Dispatch to TTS module</a:t>
          </a:r>
        </a:p>
      </dgm:t>
    </dgm:pt>
    <dgm:pt modelId="{2ABAE7C9-E5A9-4AED-8581-071FE1A03F15}" type="parTrans" cxnId="{8DDD6E71-EE7E-422A-9A77-C6BD7C3A6249}">
      <dgm:prSet/>
      <dgm:spPr/>
      <dgm:t>
        <a:bodyPr/>
        <a:lstStyle/>
        <a:p>
          <a:endParaRPr lang="en-IN"/>
        </a:p>
      </dgm:t>
    </dgm:pt>
    <dgm:pt modelId="{37BB80C3-D94C-438A-9565-58F88F1A36C5}" type="sibTrans" cxnId="{8DDD6E71-EE7E-422A-9A77-C6BD7C3A6249}">
      <dgm:prSet/>
      <dgm:spPr/>
      <dgm:t>
        <a:bodyPr/>
        <a:lstStyle/>
        <a:p>
          <a:endParaRPr lang="en-IN"/>
        </a:p>
      </dgm:t>
    </dgm:pt>
    <dgm:pt modelId="{2FAA15B4-3EC4-4D3E-A9F5-E550D6314945}">
      <dgm:prSet/>
      <dgm:spPr/>
      <dgm:t>
        <a:bodyPr/>
        <a:lstStyle/>
        <a:p>
          <a:pPr>
            <a:buNone/>
          </a:pPr>
          <a:r>
            <a:rPr lang="en-IN" b="1" dirty="0"/>
            <a:t>6. Local TTS and Playback</a:t>
          </a:r>
          <a:endParaRPr lang="en-IN" dirty="0"/>
        </a:p>
      </dgm:t>
    </dgm:pt>
    <dgm:pt modelId="{DF28A6A6-0EC2-4DE1-8C00-C30162DE6E15}" type="parTrans" cxnId="{9DA5F0F3-C15D-4386-AB15-19A16C8D70D4}">
      <dgm:prSet/>
      <dgm:spPr/>
      <dgm:t>
        <a:bodyPr/>
        <a:lstStyle/>
        <a:p>
          <a:endParaRPr lang="en-IN"/>
        </a:p>
      </dgm:t>
    </dgm:pt>
    <dgm:pt modelId="{E8B4C6E2-EBF7-4E7A-8484-CF1C9285C962}" type="sibTrans" cxnId="{9DA5F0F3-C15D-4386-AB15-19A16C8D70D4}">
      <dgm:prSet/>
      <dgm:spPr/>
      <dgm:t>
        <a:bodyPr/>
        <a:lstStyle/>
        <a:p>
          <a:endParaRPr lang="en-IN"/>
        </a:p>
      </dgm:t>
    </dgm:pt>
    <dgm:pt modelId="{48DFE5FC-3FE9-4957-ACA8-84BDB19F37A1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dirty="0" err="1"/>
            <a:t>IndicTTS</a:t>
          </a:r>
          <a:r>
            <a:rPr lang="en-IN" dirty="0"/>
            <a:t> (ONNX INT8)</a:t>
          </a:r>
        </a:p>
      </dgm:t>
    </dgm:pt>
    <dgm:pt modelId="{EE99AC28-21B2-4E5D-9D66-7467B00704F3}" type="parTrans" cxnId="{485B92B4-D088-4FF1-9081-B8B1E72B7BDC}">
      <dgm:prSet/>
      <dgm:spPr/>
      <dgm:t>
        <a:bodyPr/>
        <a:lstStyle/>
        <a:p>
          <a:endParaRPr lang="en-IN"/>
        </a:p>
      </dgm:t>
    </dgm:pt>
    <dgm:pt modelId="{EBCA7ACF-E104-45FB-880F-CD4D803B2137}" type="sibTrans" cxnId="{485B92B4-D088-4FF1-9081-B8B1E72B7BDC}">
      <dgm:prSet/>
      <dgm:spPr/>
      <dgm:t>
        <a:bodyPr/>
        <a:lstStyle/>
        <a:p>
          <a:endParaRPr lang="en-IN"/>
        </a:p>
      </dgm:t>
    </dgm:pt>
    <dgm:pt modelId="{12D035F2-9443-478D-A741-09C8E670A69E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dirty="0"/>
            <a:t>Synthesize speech</a:t>
          </a:r>
        </a:p>
      </dgm:t>
    </dgm:pt>
    <dgm:pt modelId="{76422D8C-CA59-4631-A434-4932EAFAC70B}" type="parTrans" cxnId="{C4BA14F9-2A9A-4674-B9D1-67EE8424D827}">
      <dgm:prSet/>
      <dgm:spPr/>
      <dgm:t>
        <a:bodyPr/>
        <a:lstStyle/>
        <a:p>
          <a:endParaRPr lang="en-IN"/>
        </a:p>
      </dgm:t>
    </dgm:pt>
    <dgm:pt modelId="{D69310C8-2830-4BC0-AE3F-BB3263C0FE79}" type="sibTrans" cxnId="{C4BA14F9-2A9A-4674-B9D1-67EE8424D827}">
      <dgm:prSet/>
      <dgm:spPr/>
      <dgm:t>
        <a:bodyPr/>
        <a:lstStyle/>
        <a:p>
          <a:endParaRPr lang="en-IN"/>
        </a:p>
      </dgm:t>
    </dgm:pt>
    <dgm:pt modelId="{8188606F-29EA-477E-9B9F-895E05EC7C33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dirty="0"/>
            <a:t>Audio Output</a:t>
          </a:r>
        </a:p>
      </dgm:t>
    </dgm:pt>
    <dgm:pt modelId="{748B6011-FDBC-4760-9EED-E8E2E33907BE}" type="parTrans" cxnId="{AE780F3F-8C57-46C1-8EFC-B6924D9C724D}">
      <dgm:prSet/>
      <dgm:spPr/>
      <dgm:t>
        <a:bodyPr/>
        <a:lstStyle/>
        <a:p>
          <a:endParaRPr lang="en-IN"/>
        </a:p>
      </dgm:t>
    </dgm:pt>
    <dgm:pt modelId="{13048F99-B126-42C8-A2C2-FE73E227DC74}" type="sibTrans" cxnId="{AE780F3F-8C57-46C1-8EFC-B6924D9C724D}">
      <dgm:prSet/>
      <dgm:spPr/>
      <dgm:t>
        <a:bodyPr/>
        <a:lstStyle/>
        <a:p>
          <a:endParaRPr lang="en-IN"/>
        </a:p>
      </dgm:t>
    </dgm:pt>
    <dgm:pt modelId="{A7F0B6BF-E268-4191-B799-1A7C553C1F65}">
      <dgm:prSet/>
      <dgm:spPr/>
      <dgm:t>
        <a:bodyPr/>
        <a:lstStyle/>
        <a:p>
          <a:pPr>
            <a:buNone/>
          </a:pPr>
          <a:r>
            <a:rPr lang="en-IN" b="1"/>
            <a:t>2. Audio Capture and VAD</a:t>
          </a:r>
          <a:endParaRPr lang="en-IN" dirty="0"/>
        </a:p>
      </dgm:t>
    </dgm:pt>
    <dgm:pt modelId="{8F1E533C-97ED-43B6-8708-D64051B2CD6D}" type="parTrans" cxnId="{AC58AE6D-2E3D-40A6-A2BA-7C0CE8D3A6D5}">
      <dgm:prSet/>
      <dgm:spPr/>
      <dgm:t>
        <a:bodyPr/>
        <a:lstStyle/>
        <a:p>
          <a:endParaRPr lang="en-IN"/>
        </a:p>
      </dgm:t>
    </dgm:pt>
    <dgm:pt modelId="{8BAE19E9-C221-41E1-B937-70D78C53E357}" type="sibTrans" cxnId="{AC58AE6D-2E3D-40A6-A2BA-7C0CE8D3A6D5}">
      <dgm:prSet/>
      <dgm:spPr/>
      <dgm:t>
        <a:bodyPr/>
        <a:lstStyle/>
        <a:p>
          <a:endParaRPr lang="en-IN"/>
        </a:p>
      </dgm:t>
    </dgm:pt>
    <dgm:pt modelId="{8FFC6F5B-75C7-4183-9A47-D47C5942E684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/>
            <a:t>END</a:t>
          </a:r>
          <a:endParaRPr lang="en-IN" dirty="0"/>
        </a:p>
      </dgm:t>
    </dgm:pt>
    <dgm:pt modelId="{ED67F8B4-1758-4692-B519-C43024B48DF7}" type="parTrans" cxnId="{1134D98B-B4AF-46E9-91C1-9893339BF5BA}">
      <dgm:prSet/>
      <dgm:spPr/>
      <dgm:t>
        <a:bodyPr/>
        <a:lstStyle/>
        <a:p>
          <a:endParaRPr lang="en-IN"/>
        </a:p>
      </dgm:t>
    </dgm:pt>
    <dgm:pt modelId="{355C5D1D-3E87-4A48-9E0C-A2004F4535CE}" type="sibTrans" cxnId="{1134D98B-B4AF-46E9-91C1-9893339BF5BA}">
      <dgm:prSet/>
      <dgm:spPr/>
      <dgm:t>
        <a:bodyPr/>
        <a:lstStyle/>
        <a:p>
          <a:endParaRPr lang="en-IN"/>
        </a:p>
      </dgm:t>
    </dgm:pt>
    <dgm:pt modelId="{219023CA-44DC-4970-BAA3-B78B1E360BEE}" type="pres">
      <dgm:prSet presAssocID="{1EF6DD5C-913E-4AE7-800F-28170D83A84D}" presName="Name0" presStyleCnt="0">
        <dgm:presLayoutVars>
          <dgm:dir/>
          <dgm:animLvl val="lvl"/>
          <dgm:resizeHandles val="exact"/>
        </dgm:presLayoutVars>
      </dgm:prSet>
      <dgm:spPr/>
    </dgm:pt>
    <dgm:pt modelId="{EEB6AA1A-3037-40F2-98B7-59A5782CD6B2}" type="pres">
      <dgm:prSet presAssocID="{8FFC6F5B-75C7-4183-9A47-D47C5942E684}" presName="boxAndChildren" presStyleCnt="0"/>
      <dgm:spPr/>
    </dgm:pt>
    <dgm:pt modelId="{CDF7CB33-FE08-4197-AF06-31C506B1DF09}" type="pres">
      <dgm:prSet presAssocID="{8FFC6F5B-75C7-4183-9A47-D47C5942E684}" presName="parentTextBox" presStyleLbl="node1" presStyleIdx="0" presStyleCnt="7"/>
      <dgm:spPr/>
    </dgm:pt>
    <dgm:pt modelId="{164BD8C6-55C5-48D7-80A0-1BC330A5E2E5}" type="pres">
      <dgm:prSet presAssocID="{E8B4C6E2-EBF7-4E7A-8484-CF1C9285C962}" presName="sp" presStyleCnt="0"/>
      <dgm:spPr/>
    </dgm:pt>
    <dgm:pt modelId="{8E9C92FF-1745-49E1-8327-004531A5DC58}" type="pres">
      <dgm:prSet presAssocID="{2FAA15B4-3EC4-4D3E-A9F5-E550D6314945}" presName="arrowAndChildren" presStyleCnt="0"/>
      <dgm:spPr/>
    </dgm:pt>
    <dgm:pt modelId="{2EA68DB7-7380-46E7-8C68-CAB4B07B6D63}" type="pres">
      <dgm:prSet presAssocID="{2FAA15B4-3EC4-4D3E-A9F5-E550D6314945}" presName="parentTextArrow" presStyleLbl="node1" presStyleIdx="0" presStyleCnt="7"/>
      <dgm:spPr/>
    </dgm:pt>
    <dgm:pt modelId="{C5044602-D7F9-4F2F-BFD3-82A7837E0B26}" type="pres">
      <dgm:prSet presAssocID="{2FAA15B4-3EC4-4D3E-A9F5-E550D6314945}" presName="arrow" presStyleLbl="node1" presStyleIdx="1" presStyleCnt="7"/>
      <dgm:spPr/>
    </dgm:pt>
    <dgm:pt modelId="{9E244A15-A6A9-417A-BF56-39AF02DFBA35}" type="pres">
      <dgm:prSet presAssocID="{2FAA15B4-3EC4-4D3E-A9F5-E550D6314945}" presName="descendantArrow" presStyleCnt="0"/>
      <dgm:spPr/>
    </dgm:pt>
    <dgm:pt modelId="{4DBE6A3C-E206-4737-988D-BDCE57821D4E}" type="pres">
      <dgm:prSet presAssocID="{48DFE5FC-3FE9-4957-ACA8-84BDB19F37A1}" presName="childTextArrow" presStyleLbl="fgAccFollowNode1" presStyleIdx="0" presStyleCnt="14">
        <dgm:presLayoutVars>
          <dgm:bulletEnabled val="1"/>
        </dgm:presLayoutVars>
      </dgm:prSet>
      <dgm:spPr/>
    </dgm:pt>
    <dgm:pt modelId="{740678AC-BAEF-4D89-8A5A-BE2400765956}" type="pres">
      <dgm:prSet presAssocID="{12D035F2-9443-478D-A741-09C8E670A69E}" presName="childTextArrow" presStyleLbl="fgAccFollowNode1" presStyleIdx="1" presStyleCnt="14">
        <dgm:presLayoutVars>
          <dgm:bulletEnabled val="1"/>
        </dgm:presLayoutVars>
      </dgm:prSet>
      <dgm:spPr/>
    </dgm:pt>
    <dgm:pt modelId="{986C1DC9-B797-4DAB-AD26-35DC4A089FC4}" type="pres">
      <dgm:prSet presAssocID="{8188606F-29EA-477E-9B9F-895E05EC7C33}" presName="childTextArrow" presStyleLbl="fgAccFollowNode1" presStyleIdx="2" presStyleCnt="14">
        <dgm:presLayoutVars>
          <dgm:bulletEnabled val="1"/>
        </dgm:presLayoutVars>
      </dgm:prSet>
      <dgm:spPr/>
    </dgm:pt>
    <dgm:pt modelId="{E3DBA00F-CAF4-4A69-8129-486BC148B27D}" type="pres">
      <dgm:prSet presAssocID="{CE550D9D-C1FD-43AC-97E8-8589C60A8520}" presName="sp" presStyleCnt="0"/>
      <dgm:spPr/>
    </dgm:pt>
    <dgm:pt modelId="{7232C58E-C14B-4B51-8E90-E7324770E0F2}" type="pres">
      <dgm:prSet presAssocID="{649CBA68-1E90-417E-A4A7-D98A8BA252AB}" presName="arrowAndChildren" presStyleCnt="0"/>
      <dgm:spPr/>
    </dgm:pt>
    <dgm:pt modelId="{79712DCC-7ABC-4A66-8F13-C73CC973C1CF}" type="pres">
      <dgm:prSet presAssocID="{649CBA68-1E90-417E-A4A7-D98A8BA252AB}" presName="parentTextArrow" presStyleLbl="node1" presStyleIdx="1" presStyleCnt="7"/>
      <dgm:spPr/>
    </dgm:pt>
    <dgm:pt modelId="{E2310C0B-FF69-4C2F-B509-9D1C11B775DC}" type="pres">
      <dgm:prSet presAssocID="{649CBA68-1E90-417E-A4A7-D98A8BA252AB}" presName="arrow" presStyleLbl="node1" presStyleIdx="2" presStyleCnt="7"/>
      <dgm:spPr/>
    </dgm:pt>
    <dgm:pt modelId="{4BAD6599-37CE-4C2D-BE25-7246BA44563C}" type="pres">
      <dgm:prSet presAssocID="{649CBA68-1E90-417E-A4A7-D98A8BA252AB}" presName="descendantArrow" presStyleCnt="0"/>
      <dgm:spPr/>
    </dgm:pt>
    <dgm:pt modelId="{0CE84E85-A455-4555-8E69-08AFAE79C450}" type="pres">
      <dgm:prSet presAssocID="{59061B12-C494-4088-9B7D-F23934C17248}" presName="childTextArrow" presStyleLbl="fgAccFollowNode1" presStyleIdx="3" presStyleCnt="14">
        <dgm:presLayoutVars>
          <dgm:bulletEnabled val="1"/>
        </dgm:presLayoutVars>
      </dgm:prSet>
      <dgm:spPr/>
    </dgm:pt>
    <dgm:pt modelId="{0F38D4E8-1429-4C75-B720-9AF7133FE724}" type="pres">
      <dgm:prSet presAssocID="{3705B3DA-DA3C-406F-AEA8-BCC035502D31}" presName="childTextArrow" presStyleLbl="fgAccFollowNode1" presStyleIdx="4" presStyleCnt="14">
        <dgm:presLayoutVars>
          <dgm:bulletEnabled val="1"/>
        </dgm:presLayoutVars>
      </dgm:prSet>
      <dgm:spPr/>
    </dgm:pt>
    <dgm:pt modelId="{21954895-6EB9-413D-870A-F3A74173FE83}" type="pres">
      <dgm:prSet presAssocID="{2B4A6AE8-F4CC-4D7E-AE16-1304D2E72F8C}" presName="sp" presStyleCnt="0"/>
      <dgm:spPr/>
    </dgm:pt>
    <dgm:pt modelId="{5DF7E86F-95D1-443B-9E17-2DE4829B6B7E}" type="pres">
      <dgm:prSet presAssocID="{72808AE0-982D-4EAE-BEAC-59A5604D2CF4}" presName="arrowAndChildren" presStyleCnt="0"/>
      <dgm:spPr/>
    </dgm:pt>
    <dgm:pt modelId="{339765B9-8F60-4C82-BAE0-FCCA981979A4}" type="pres">
      <dgm:prSet presAssocID="{72808AE0-982D-4EAE-BEAC-59A5604D2CF4}" presName="parentTextArrow" presStyleLbl="node1" presStyleIdx="2" presStyleCnt="7"/>
      <dgm:spPr/>
    </dgm:pt>
    <dgm:pt modelId="{DE556085-8031-4007-A2D1-B6761C843A62}" type="pres">
      <dgm:prSet presAssocID="{72808AE0-982D-4EAE-BEAC-59A5604D2CF4}" presName="arrow" presStyleLbl="node1" presStyleIdx="3" presStyleCnt="7"/>
      <dgm:spPr/>
    </dgm:pt>
    <dgm:pt modelId="{4ADC1EF1-608C-4E9C-AA5F-EE5322D42008}" type="pres">
      <dgm:prSet presAssocID="{72808AE0-982D-4EAE-BEAC-59A5604D2CF4}" presName="descendantArrow" presStyleCnt="0"/>
      <dgm:spPr/>
    </dgm:pt>
    <dgm:pt modelId="{373F9E50-A574-4F20-9251-AE1890546927}" type="pres">
      <dgm:prSet presAssocID="{D72C92E4-D05B-4BBD-A67C-350BA434B7D5}" presName="childTextArrow" presStyleLbl="fgAccFollowNode1" presStyleIdx="5" presStyleCnt="14">
        <dgm:presLayoutVars>
          <dgm:bulletEnabled val="1"/>
        </dgm:presLayoutVars>
      </dgm:prSet>
      <dgm:spPr/>
    </dgm:pt>
    <dgm:pt modelId="{ACD2903D-8196-45D5-9050-65AADC0FEECE}" type="pres">
      <dgm:prSet presAssocID="{08268643-C628-4230-BC4A-D500E1F0BF9C}" presName="childTextArrow" presStyleLbl="fgAccFollowNode1" presStyleIdx="6" presStyleCnt="14">
        <dgm:presLayoutVars>
          <dgm:bulletEnabled val="1"/>
        </dgm:presLayoutVars>
      </dgm:prSet>
      <dgm:spPr/>
    </dgm:pt>
    <dgm:pt modelId="{D2BA5510-6D8E-48F3-805F-ED63799F4FAD}" type="pres">
      <dgm:prSet presAssocID="{B04CD272-8C5C-49B2-986E-95F3740BE168}" presName="childTextArrow" presStyleLbl="fgAccFollowNode1" presStyleIdx="7" presStyleCnt="14">
        <dgm:presLayoutVars>
          <dgm:bulletEnabled val="1"/>
        </dgm:presLayoutVars>
      </dgm:prSet>
      <dgm:spPr/>
    </dgm:pt>
    <dgm:pt modelId="{09DFE947-A8EC-4886-B815-80F93F76D691}" type="pres">
      <dgm:prSet presAssocID="{4737FE14-D5C6-42E3-BA6F-A812C70867A9}" presName="sp" presStyleCnt="0"/>
      <dgm:spPr/>
    </dgm:pt>
    <dgm:pt modelId="{BB261E61-2169-4B8C-AA94-D092CAB04EBC}" type="pres">
      <dgm:prSet presAssocID="{CC17E0A8-0789-4964-A015-9DD2E4E27E0F}" presName="arrowAndChildren" presStyleCnt="0"/>
      <dgm:spPr/>
    </dgm:pt>
    <dgm:pt modelId="{2F3481E5-742D-41F9-BAFB-B9F729D22BA7}" type="pres">
      <dgm:prSet presAssocID="{CC17E0A8-0789-4964-A015-9DD2E4E27E0F}" presName="parentTextArrow" presStyleLbl="node1" presStyleIdx="3" presStyleCnt="7"/>
      <dgm:spPr/>
    </dgm:pt>
    <dgm:pt modelId="{5BDD70FC-F1FB-4A2A-BCBA-366EEDFC5180}" type="pres">
      <dgm:prSet presAssocID="{CC17E0A8-0789-4964-A015-9DD2E4E27E0F}" presName="arrow" presStyleLbl="node1" presStyleIdx="4" presStyleCnt="7"/>
      <dgm:spPr/>
    </dgm:pt>
    <dgm:pt modelId="{0769B1AF-1AB3-46DE-A146-865F8DAB1EE7}" type="pres">
      <dgm:prSet presAssocID="{CC17E0A8-0789-4964-A015-9DD2E4E27E0F}" presName="descendantArrow" presStyleCnt="0"/>
      <dgm:spPr/>
    </dgm:pt>
    <dgm:pt modelId="{9DB9885D-A60C-44A0-AAEF-520F8C701F80}" type="pres">
      <dgm:prSet presAssocID="{0E124F22-B98A-4733-94B2-B4BBA8DB2088}" presName="childTextArrow" presStyleLbl="fgAccFollowNode1" presStyleIdx="8" presStyleCnt="14">
        <dgm:presLayoutVars>
          <dgm:bulletEnabled val="1"/>
        </dgm:presLayoutVars>
      </dgm:prSet>
      <dgm:spPr/>
    </dgm:pt>
    <dgm:pt modelId="{F6A0E0CE-FCB6-48A6-AFDD-88C262C4B7A0}" type="pres">
      <dgm:prSet presAssocID="{3B10CE05-A16C-48FE-8075-69F444EF9C40}" presName="childTextArrow" presStyleLbl="fgAccFollowNode1" presStyleIdx="9" presStyleCnt="14">
        <dgm:presLayoutVars>
          <dgm:bulletEnabled val="1"/>
        </dgm:presLayoutVars>
      </dgm:prSet>
      <dgm:spPr/>
    </dgm:pt>
    <dgm:pt modelId="{6173CF32-A2D5-4F7E-854D-AB8DA35589CD}" type="pres">
      <dgm:prSet presAssocID="{3200F1DA-F1DD-446C-A6B8-E1B6C2595545}" presName="childTextArrow" presStyleLbl="fgAccFollowNode1" presStyleIdx="10" presStyleCnt="14">
        <dgm:presLayoutVars>
          <dgm:bulletEnabled val="1"/>
        </dgm:presLayoutVars>
      </dgm:prSet>
      <dgm:spPr/>
    </dgm:pt>
    <dgm:pt modelId="{426D5493-580E-481F-AA4C-20A9C2B118DE}" type="pres">
      <dgm:prSet presAssocID="{8BAE19E9-C221-41E1-B937-70D78C53E357}" presName="sp" presStyleCnt="0"/>
      <dgm:spPr/>
    </dgm:pt>
    <dgm:pt modelId="{5D454444-93E2-4DF1-B98C-5A55D89DF485}" type="pres">
      <dgm:prSet presAssocID="{A7F0B6BF-E268-4191-B799-1A7C553C1F65}" presName="arrowAndChildren" presStyleCnt="0"/>
      <dgm:spPr/>
    </dgm:pt>
    <dgm:pt modelId="{44F531F0-7795-4D82-8787-0A279EFEE001}" type="pres">
      <dgm:prSet presAssocID="{A7F0B6BF-E268-4191-B799-1A7C553C1F65}" presName="parentTextArrow" presStyleLbl="node1" presStyleIdx="4" presStyleCnt="7"/>
      <dgm:spPr/>
    </dgm:pt>
    <dgm:pt modelId="{4B23E9C7-5A38-47D0-8782-F574060C9137}" type="pres">
      <dgm:prSet presAssocID="{A7F0B6BF-E268-4191-B799-1A7C553C1F65}" presName="arrow" presStyleLbl="node1" presStyleIdx="5" presStyleCnt="7"/>
      <dgm:spPr/>
    </dgm:pt>
    <dgm:pt modelId="{F581C53C-1C3E-4AF4-8152-4DB5537F2198}" type="pres">
      <dgm:prSet presAssocID="{A7F0B6BF-E268-4191-B799-1A7C553C1F65}" presName="descendantArrow" presStyleCnt="0"/>
      <dgm:spPr/>
    </dgm:pt>
    <dgm:pt modelId="{972CF23B-92F7-4E88-90AE-8B864839E3B8}" type="pres">
      <dgm:prSet presAssocID="{AE3C4D2F-900D-422A-AC8C-0F595CE947DC}" presName="childTextArrow" presStyleLbl="fgAccFollowNode1" presStyleIdx="11" presStyleCnt="14">
        <dgm:presLayoutVars>
          <dgm:bulletEnabled val="1"/>
        </dgm:presLayoutVars>
      </dgm:prSet>
      <dgm:spPr/>
    </dgm:pt>
    <dgm:pt modelId="{69E34BED-CF51-45AE-ABFF-AD779860672B}" type="pres">
      <dgm:prSet presAssocID="{85BA4388-3217-4E0A-9DD2-252A7480B762}" presName="childTextArrow" presStyleLbl="fgAccFollowNode1" presStyleIdx="12" presStyleCnt="14">
        <dgm:presLayoutVars>
          <dgm:bulletEnabled val="1"/>
        </dgm:presLayoutVars>
      </dgm:prSet>
      <dgm:spPr/>
    </dgm:pt>
    <dgm:pt modelId="{3F31C878-1C66-4EA9-9AF4-6AFCC2133178}" type="pres">
      <dgm:prSet presAssocID="{C5F73428-4030-43A5-8305-333D08A5538A}" presName="childTextArrow" presStyleLbl="fgAccFollowNode1" presStyleIdx="13" presStyleCnt="14">
        <dgm:presLayoutVars>
          <dgm:bulletEnabled val="1"/>
        </dgm:presLayoutVars>
      </dgm:prSet>
      <dgm:spPr/>
    </dgm:pt>
    <dgm:pt modelId="{E83013C2-D089-46CC-AAB6-32957480B2A1}" type="pres">
      <dgm:prSet presAssocID="{E991C290-93FA-4061-B4E5-F3952E19402D}" presName="sp" presStyleCnt="0"/>
      <dgm:spPr/>
    </dgm:pt>
    <dgm:pt modelId="{DA3257D6-D9BF-4903-96D5-574536967C74}" type="pres">
      <dgm:prSet presAssocID="{7C4218A3-79F7-466D-860A-7E8D62C8040A}" presName="arrowAndChildren" presStyleCnt="0"/>
      <dgm:spPr/>
    </dgm:pt>
    <dgm:pt modelId="{928CB685-EFD1-4DA3-8CF7-CD97580505BD}" type="pres">
      <dgm:prSet presAssocID="{7C4218A3-79F7-466D-860A-7E8D62C8040A}" presName="parentTextArrow" presStyleLbl="node1" presStyleIdx="6" presStyleCnt="7"/>
      <dgm:spPr/>
    </dgm:pt>
  </dgm:ptLst>
  <dgm:cxnLst>
    <dgm:cxn modelId="{F30D3E01-17C5-4110-8DB2-6488D342A132}" type="presOf" srcId="{CC17E0A8-0789-4964-A015-9DD2E4E27E0F}" destId="{2F3481E5-742D-41F9-BAFB-B9F729D22BA7}" srcOrd="0" destOrd="0" presId="urn:microsoft.com/office/officeart/2005/8/layout/process4"/>
    <dgm:cxn modelId="{E6775103-D475-431D-8821-429D21DA0B25}" type="presOf" srcId="{1EF6DD5C-913E-4AE7-800F-28170D83A84D}" destId="{219023CA-44DC-4970-BAA3-B78B1E360BEE}" srcOrd="0" destOrd="0" presId="urn:microsoft.com/office/officeart/2005/8/layout/process4"/>
    <dgm:cxn modelId="{D5F38F03-AE9E-4E5E-9B49-88EE0EA2B4BE}" type="presOf" srcId="{CC17E0A8-0789-4964-A015-9DD2E4E27E0F}" destId="{5BDD70FC-F1FB-4A2A-BCBA-366EEDFC5180}" srcOrd="1" destOrd="0" presId="urn:microsoft.com/office/officeart/2005/8/layout/process4"/>
    <dgm:cxn modelId="{45FCC504-0F7B-4148-8466-37019E02503D}" srcId="{CC17E0A8-0789-4964-A015-9DD2E4E27E0F}" destId="{3B10CE05-A16C-48FE-8075-69F444EF9C40}" srcOrd="1" destOrd="0" parTransId="{424DBBAB-D76E-4028-AECE-AC550351ECE7}" sibTransId="{1E13110C-9F7C-434D-A381-67A9851A1405}"/>
    <dgm:cxn modelId="{5934FD06-C64A-4D71-9C4C-386B13BCA360}" type="presOf" srcId="{B04CD272-8C5C-49B2-986E-95F3740BE168}" destId="{D2BA5510-6D8E-48F3-805F-ED63799F4FAD}" srcOrd="0" destOrd="0" presId="urn:microsoft.com/office/officeart/2005/8/layout/process4"/>
    <dgm:cxn modelId="{899B9013-89F9-43D8-91C0-2A9B851007FB}" type="presOf" srcId="{A7F0B6BF-E268-4191-B799-1A7C553C1F65}" destId="{44F531F0-7795-4D82-8787-0A279EFEE001}" srcOrd="0" destOrd="0" presId="urn:microsoft.com/office/officeart/2005/8/layout/process4"/>
    <dgm:cxn modelId="{1A146C1C-7C53-417F-9B5F-3C56E5C765B8}" type="presOf" srcId="{48DFE5FC-3FE9-4957-ACA8-84BDB19F37A1}" destId="{4DBE6A3C-E206-4737-988D-BDCE57821D4E}" srcOrd="0" destOrd="0" presId="urn:microsoft.com/office/officeart/2005/8/layout/process4"/>
    <dgm:cxn modelId="{18C86223-ED41-45CC-8DDC-A3B652EC6A2F}" srcId="{1EF6DD5C-913E-4AE7-800F-28170D83A84D}" destId="{72808AE0-982D-4EAE-BEAC-59A5604D2CF4}" srcOrd="3" destOrd="0" parTransId="{45A41023-C397-47B3-BD50-9E1F79C95A8A}" sibTransId="{2B4A6AE8-F4CC-4D7E-AE16-1304D2E72F8C}"/>
    <dgm:cxn modelId="{3E059025-A971-43D0-B1EE-338DBEF39570}" type="presOf" srcId="{3B10CE05-A16C-48FE-8075-69F444EF9C40}" destId="{F6A0E0CE-FCB6-48A6-AFDD-88C262C4B7A0}" srcOrd="0" destOrd="0" presId="urn:microsoft.com/office/officeart/2005/8/layout/process4"/>
    <dgm:cxn modelId="{EE5B2226-7113-4E46-92E3-DBF7875D152D}" type="presOf" srcId="{7C4218A3-79F7-466D-860A-7E8D62C8040A}" destId="{928CB685-EFD1-4DA3-8CF7-CD97580505BD}" srcOrd="0" destOrd="0" presId="urn:microsoft.com/office/officeart/2005/8/layout/process4"/>
    <dgm:cxn modelId="{EC673229-D82C-4DFD-BE73-65825C63F173}" type="presOf" srcId="{A7F0B6BF-E268-4191-B799-1A7C553C1F65}" destId="{4B23E9C7-5A38-47D0-8782-F574060C9137}" srcOrd="1" destOrd="0" presId="urn:microsoft.com/office/officeart/2005/8/layout/process4"/>
    <dgm:cxn modelId="{2949DD2B-31FF-4128-900B-B55B2760FF2F}" type="presOf" srcId="{2FAA15B4-3EC4-4D3E-A9F5-E550D6314945}" destId="{C5044602-D7F9-4F2F-BFD3-82A7837E0B26}" srcOrd="1" destOrd="0" presId="urn:microsoft.com/office/officeart/2005/8/layout/process4"/>
    <dgm:cxn modelId="{D2946330-78AD-4565-BCD4-804F01EBCEFD}" type="presOf" srcId="{D72C92E4-D05B-4BBD-A67C-350BA434B7D5}" destId="{373F9E50-A574-4F20-9251-AE1890546927}" srcOrd="0" destOrd="0" presId="urn:microsoft.com/office/officeart/2005/8/layout/process4"/>
    <dgm:cxn modelId="{76ED9035-98B4-4999-B0FB-C6BEA342E15C}" srcId="{A7F0B6BF-E268-4191-B799-1A7C553C1F65}" destId="{85BA4388-3217-4E0A-9DD2-252A7480B762}" srcOrd="1" destOrd="0" parTransId="{C4458A0B-9A59-48E1-91C3-FFFA0621E160}" sibTransId="{415ECA5C-2600-49D4-A464-217FB33B999A}"/>
    <dgm:cxn modelId="{90716437-AD15-4153-B5FB-0684C214D0D1}" type="presOf" srcId="{AE3C4D2F-900D-422A-AC8C-0F595CE947DC}" destId="{972CF23B-92F7-4E88-90AE-8B864839E3B8}" srcOrd="0" destOrd="0" presId="urn:microsoft.com/office/officeart/2005/8/layout/process4"/>
    <dgm:cxn modelId="{AE780F3F-8C57-46C1-8EFC-B6924D9C724D}" srcId="{2FAA15B4-3EC4-4D3E-A9F5-E550D6314945}" destId="{8188606F-29EA-477E-9B9F-895E05EC7C33}" srcOrd="2" destOrd="0" parTransId="{748B6011-FDBC-4760-9EED-E8E2E33907BE}" sibTransId="{13048F99-B126-42C8-A2C2-FE73E227DC74}"/>
    <dgm:cxn modelId="{1BB29066-2C6C-4619-82E1-A87DA51C76F6}" type="presOf" srcId="{8FFC6F5B-75C7-4183-9A47-D47C5942E684}" destId="{CDF7CB33-FE08-4197-AF06-31C506B1DF09}" srcOrd="0" destOrd="0" presId="urn:microsoft.com/office/officeart/2005/8/layout/process4"/>
    <dgm:cxn modelId="{F0891F47-58FF-4298-BF33-6D7AD7794DCD}" type="presOf" srcId="{3705B3DA-DA3C-406F-AEA8-BCC035502D31}" destId="{0F38D4E8-1429-4C75-B720-9AF7133FE724}" srcOrd="0" destOrd="0" presId="urn:microsoft.com/office/officeart/2005/8/layout/process4"/>
    <dgm:cxn modelId="{F109D66A-4FC8-44D4-AB72-6669404DE7B5}" type="presOf" srcId="{3200F1DA-F1DD-446C-A6B8-E1B6C2595545}" destId="{6173CF32-A2D5-4F7E-854D-AB8DA35589CD}" srcOrd="0" destOrd="0" presId="urn:microsoft.com/office/officeart/2005/8/layout/process4"/>
    <dgm:cxn modelId="{AC58AE6D-2E3D-40A6-A2BA-7C0CE8D3A6D5}" srcId="{1EF6DD5C-913E-4AE7-800F-28170D83A84D}" destId="{A7F0B6BF-E268-4191-B799-1A7C553C1F65}" srcOrd="1" destOrd="0" parTransId="{8F1E533C-97ED-43B6-8708-D64051B2CD6D}" sibTransId="{8BAE19E9-C221-41E1-B937-70D78C53E357}"/>
    <dgm:cxn modelId="{FF874D4E-7D4B-4AD6-9984-C511FF8E58E1}" srcId="{1EF6DD5C-913E-4AE7-800F-28170D83A84D}" destId="{7C4218A3-79F7-466D-860A-7E8D62C8040A}" srcOrd="0" destOrd="0" parTransId="{23DB58BD-22FE-43FD-AB1F-1F4FC6C456E0}" sibTransId="{E991C290-93FA-4061-B4E5-F3952E19402D}"/>
    <dgm:cxn modelId="{90A83C50-2E46-40BE-97CF-7265F057E1FF}" srcId="{1EF6DD5C-913E-4AE7-800F-28170D83A84D}" destId="{CC17E0A8-0789-4964-A015-9DD2E4E27E0F}" srcOrd="2" destOrd="0" parTransId="{BC4FC4C8-4894-46DB-A5ED-2EE0DCA99AD1}" sibTransId="{4737FE14-D5C6-42E3-BA6F-A812C70867A9}"/>
    <dgm:cxn modelId="{8DDD6E71-EE7E-422A-9A77-C6BD7C3A6249}" srcId="{649CBA68-1E90-417E-A4A7-D98A8BA252AB}" destId="{3705B3DA-DA3C-406F-AEA8-BCC035502D31}" srcOrd="1" destOrd="0" parTransId="{2ABAE7C9-E5A9-4AED-8581-071FE1A03F15}" sibTransId="{37BB80C3-D94C-438A-9565-58F88F1A36C5}"/>
    <dgm:cxn modelId="{1611AC58-A823-4861-A7CB-12EE03D9CE9C}" type="presOf" srcId="{85BA4388-3217-4E0A-9DD2-252A7480B762}" destId="{69E34BED-CF51-45AE-ABFF-AD779860672B}" srcOrd="0" destOrd="0" presId="urn:microsoft.com/office/officeart/2005/8/layout/process4"/>
    <dgm:cxn modelId="{E100B958-B555-4300-845B-593AAC9F8AED}" type="presOf" srcId="{59061B12-C494-4088-9B7D-F23934C17248}" destId="{0CE84E85-A455-4555-8E69-08AFAE79C450}" srcOrd="0" destOrd="0" presId="urn:microsoft.com/office/officeart/2005/8/layout/process4"/>
    <dgm:cxn modelId="{27E7E179-BA86-4E7E-B2F9-0703CD5C39CA}" srcId="{1EF6DD5C-913E-4AE7-800F-28170D83A84D}" destId="{649CBA68-1E90-417E-A4A7-D98A8BA252AB}" srcOrd="4" destOrd="0" parTransId="{7C323ECB-E06B-4664-B1FC-4C6F343CAB09}" sibTransId="{CE550D9D-C1FD-43AC-97E8-8589C60A8520}"/>
    <dgm:cxn modelId="{6A11135A-E550-47F2-BDCF-17D050FB9A7C}" type="presOf" srcId="{72808AE0-982D-4EAE-BEAC-59A5604D2CF4}" destId="{339765B9-8F60-4C82-BAE0-FCCA981979A4}" srcOrd="0" destOrd="0" presId="urn:microsoft.com/office/officeart/2005/8/layout/process4"/>
    <dgm:cxn modelId="{34D1295A-7D6A-42DD-B767-6A7399F3DDB6}" srcId="{72808AE0-982D-4EAE-BEAC-59A5604D2CF4}" destId="{B04CD272-8C5C-49B2-986E-95F3740BE168}" srcOrd="2" destOrd="0" parTransId="{E5B401ED-A3F0-4249-AF57-2FCFB0A0529E}" sibTransId="{6D6C924E-7205-4B35-A7A1-18AF15562D05}"/>
    <dgm:cxn modelId="{5D45DA5A-72E9-4881-B0C7-9E9515E6E9BD}" srcId="{A7F0B6BF-E268-4191-B799-1A7C553C1F65}" destId="{AE3C4D2F-900D-422A-AC8C-0F595CE947DC}" srcOrd="0" destOrd="0" parTransId="{4031BF8B-21ED-4DE6-B592-CC5A5FF55DCC}" sibTransId="{037079E1-9CC9-4D1C-AD1E-2127322C0191}"/>
    <dgm:cxn modelId="{6FED4C7B-87F0-4633-864B-B85E7EF281C8}" type="presOf" srcId="{12D035F2-9443-478D-A741-09C8E670A69E}" destId="{740678AC-BAEF-4D89-8A5A-BE2400765956}" srcOrd="0" destOrd="0" presId="urn:microsoft.com/office/officeart/2005/8/layout/process4"/>
    <dgm:cxn modelId="{1134D98B-B4AF-46E9-91C1-9893339BF5BA}" srcId="{1EF6DD5C-913E-4AE7-800F-28170D83A84D}" destId="{8FFC6F5B-75C7-4183-9A47-D47C5942E684}" srcOrd="6" destOrd="0" parTransId="{ED67F8B4-1758-4692-B519-C43024B48DF7}" sibTransId="{355C5D1D-3E87-4A48-9E0C-A2004F4535CE}"/>
    <dgm:cxn modelId="{05467C92-A080-463B-94C9-BF954A1BDD59}" srcId="{649CBA68-1E90-417E-A4A7-D98A8BA252AB}" destId="{59061B12-C494-4088-9B7D-F23934C17248}" srcOrd="0" destOrd="0" parTransId="{F6E83A49-6635-4484-AE95-426E7F3F8685}" sibTransId="{E1A3A809-8BF1-4004-8A27-ADBE97801493}"/>
    <dgm:cxn modelId="{BB940495-9E0A-4E6A-B805-BF78706184B0}" type="presOf" srcId="{2FAA15B4-3EC4-4D3E-A9F5-E550D6314945}" destId="{2EA68DB7-7380-46E7-8C68-CAB4B07B6D63}" srcOrd="0" destOrd="0" presId="urn:microsoft.com/office/officeart/2005/8/layout/process4"/>
    <dgm:cxn modelId="{9C2E839B-F5CE-4084-A673-19EE0A427A7D}" srcId="{72808AE0-982D-4EAE-BEAC-59A5604D2CF4}" destId="{08268643-C628-4230-BC4A-D500E1F0BF9C}" srcOrd="1" destOrd="0" parTransId="{41B6471C-4967-4FAF-8BD8-45EFE1D296A5}" sibTransId="{5E51B62C-C0C1-4F0E-80B9-678E43C84473}"/>
    <dgm:cxn modelId="{09787F9E-77DF-4C7F-9AD0-D84309CBC889}" type="presOf" srcId="{72808AE0-982D-4EAE-BEAC-59A5604D2CF4}" destId="{DE556085-8031-4007-A2D1-B6761C843A62}" srcOrd="1" destOrd="0" presId="urn:microsoft.com/office/officeart/2005/8/layout/process4"/>
    <dgm:cxn modelId="{A5650CA3-6282-4990-99B0-BBD66999D09E}" type="presOf" srcId="{649CBA68-1E90-417E-A4A7-D98A8BA252AB}" destId="{79712DCC-7ABC-4A66-8F13-C73CC973C1CF}" srcOrd="0" destOrd="0" presId="urn:microsoft.com/office/officeart/2005/8/layout/process4"/>
    <dgm:cxn modelId="{33F131B1-A35F-40A4-B3B0-7237113F6109}" srcId="{A7F0B6BF-E268-4191-B799-1A7C553C1F65}" destId="{C5F73428-4030-43A5-8305-333D08A5538A}" srcOrd="2" destOrd="0" parTransId="{203B51DB-454C-4EC0-A797-BF69EA08BED6}" sibTransId="{E61C84BD-DF3E-42E8-ABB7-E2DD593CEDA6}"/>
    <dgm:cxn modelId="{A28A30B4-273A-4140-BC0D-0014A2397C30}" type="presOf" srcId="{8188606F-29EA-477E-9B9F-895E05EC7C33}" destId="{986C1DC9-B797-4DAB-AD26-35DC4A089FC4}" srcOrd="0" destOrd="0" presId="urn:microsoft.com/office/officeart/2005/8/layout/process4"/>
    <dgm:cxn modelId="{485B92B4-D088-4FF1-9081-B8B1E72B7BDC}" srcId="{2FAA15B4-3EC4-4D3E-A9F5-E550D6314945}" destId="{48DFE5FC-3FE9-4957-ACA8-84BDB19F37A1}" srcOrd="0" destOrd="0" parTransId="{EE99AC28-21B2-4E5D-9D66-7467B00704F3}" sibTransId="{EBCA7ACF-E104-45FB-880F-CD4D803B2137}"/>
    <dgm:cxn modelId="{AC0B82B7-4AC3-4586-AE2B-FAE2FA6414CE}" srcId="{72808AE0-982D-4EAE-BEAC-59A5604D2CF4}" destId="{D72C92E4-D05B-4BBD-A67C-350BA434B7D5}" srcOrd="0" destOrd="0" parTransId="{323636CC-5148-4BF0-BC39-FF3F1E3A4487}" sibTransId="{D5CE3FC3-0769-4DA8-BD60-F7CD02AF1723}"/>
    <dgm:cxn modelId="{B6AD38C3-D519-4BA5-AC11-AD5DC302168F}" type="presOf" srcId="{08268643-C628-4230-BC4A-D500E1F0BF9C}" destId="{ACD2903D-8196-45D5-9050-65AADC0FEECE}" srcOrd="0" destOrd="0" presId="urn:microsoft.com/office/officeart/2005/8/layout/process4"/>
    <dgm:cxn modelId="{911756CD-B07C-4099-A173-EB8905B92631}" type="presOf" srcId="{C5F73428-4030-43A5-8305-333D08A5538A}" destId="{3F31C878-1C66-4EA9-9AF4-6AFCC2133178}" srcOrd="0" destOrd="0" presId="urn:microsoft.com/office/officeart/2005/8/layout/process4"/>
    <dgm:cxn modelId="{12257FD7-A21D-4D6C-B9F4-43F361668B72}" srcId="{CC17E0A8-0789-4964-A015-9DD2E4E27E0F}" destId="{0E124F22-B98A-4733-94B2-B4BBA8DB2088}" srcOrd="0" destOrd="0" parTransId="{665A5EBA-F875-4BBB-999F-CD5FC90E8CFF}" sibTransId="{414AD853-E56A-4E17-85B3-38AC830419D0}"/>
    <dgm:cxn modelId="{23FE26DA-3C60-40E4-9D1E-576376C1747D}" type="presOf" srcId="{649CBA68-1E90-417E-A4A7-D98A8BA252AB}" destId="{E2310C0B-FF69-4C2F-B509-9D1C11B775DC}" srcOrd="1" destOrd="0" presId="urn:microsoft.com/office/officeart/2005/8/layout/process4"/>
    <dgm:cxn modelId="{6BFAE8EF-B082-43E3-931A-60AF63A0A65B}" srcId="{CC17E0A8-0789-4964-A015-9DD2E4E27E0F}" destId="{3200F1DA-F1DD-446C-A6B8-E1B6C2595545}" srcOrd="2" destOrd="0" parTransId="{0A22991D-B22B-4F3E-8A35-6E1E050438E7}" sibTransId="{08EA4444-5D23-44BE-A87A-3174F3AB3A93}"/>
    <dgm:cxn modelId="{0F646CF0-BED6-4D95-BD7F-A12CBC0B3098}" type="presOf" srcId="{0E124F22-B98A-4733-94B2-B4BBA8DB2088}" destId="{9DB9885D-A60C-44A0-AAEF-520F8C701F80}" srcOrd="0" destOrd="0" presId="urn:microsoft.com/office/officeart/2005/8/layout/process4"/>
    <dgm:cxn modelId="{9DA5F0F3-C15D-4386-AB15-19A16C8D70D4}" srcId="{1EF6DD5C-913E-4AE7-800F-28170D83A84D}" destId="{2FAA15B4-3EC4-4D3E-A9F5-E550D6314945}" srcOrd="5" destOrd="0" parTransId="{DF28A6A6-0EC2-4DE1-8C00-C30162DE6E15}" sibTransId="{E8B4C6E2-EBF7-4E7A-8484-CF1C9285C962}"/>
    <dgm:cxn modelId="{C4BA14F9-2A9A-4674-B9D1-67EE8424D827}" srcId="{2FAA15B4-3EC4-4D3E-A9F5-E550D6314945}" destId="{12D035F2-9443-478D-A741-09C8E670A69E}" srcOrd="1" destOrd="0" parTransId="{76422D8C-CA59-4631-A434-4932EAFAC70B}" sibTransId="{D69310C8-2830-4BC0-AE3F-BB3263C0FE79}"/>
    <dgm:cxn modelId="{E311840B-D12F-46F9-A44E-5379DE76130F}" type="presParOf" srcId="{219023CA-44DC-4970-BAA3-B78B1E360BEE}" destId="{EEB6AA1A-3037-40F2-98B7-59A5782CD6B2}" srcOrd="0" destOrd="0" presId="urn:microsoft.com/office/officeart/2005/8/layout/process4"/>
    <dgm:cxn modelId="{8EC2C5FA-9CD8-47D9-BE5A-C366EB78102A}" type="presParOf" srcId="{EEB6AA1A-3037-40F2-98B7-59A5782CD6B2}" destId="{CDF7CB33-FE08-4197-AF06-31C506B1DF09}" srcOrd="0" destOrd="0" presId="urn:microsoft.com/office/officeart/2005/8/layout/process4"/>
    <dgm:cxn modelId="{86041279-991E-4B26-9077-8BBA2BDE9335}" type="presParOf" srcId="{219023CA-44DC-4970-BAA3-B78B1E360BEE}" destId="{164BD8C6-55C5-48D7-80A0-1BC330A5E2E5}" srcOrd="1" destOrd="0" presId="urn:microsoft.com/office/officeart/2005/8/layout/process4"/>
    <dgm:cxn modelId="{074DE47F-C6B8-4F97-8A36-BEBD39FE933C}" type="presParOf" srcId="{219023CA-44DC-4970-BAA3-B78B1E360BEE}" destId="{8E9C92FF-1745-49E1-8327-004531A5DC58}" srcOrd="2" destOrd="0" presId="urn:microsoft.com/office/officeart/2005/8/layout/process4"/>
    <dgm:cxn modelId="{DF2E1CB0-0FBD-49E5-A0E5-2023BED27E64}" type="presParOf" srcId="{8E9C92FF-1745-49E1-8327-004531A5DC58}" destId="{2EA68DB7-7380-46E7-8C68-CAB4B07B6D63}" srcOrd="0" destOrd="0" presId="urn:microsoft.com/office/officeart/2005/8/layout/process4"/>
    <dgm:cxn modelId="{7421D1AF-CDD4-4531-BCC2-80245D9A9B67}" type="presParOf" srcId="{8E9C92FF-1745-49E1-8327-004531A5DC58}" destId="{C5044602-D7F9-4F2F-BFD3-82A7837E0B26}" srcOrd="1" destOrd="0" presId="urn:microsoft.com/office/officeart/2005/8/layout/process4"/>
    <dgm:cxn modelId="{193A575E-13B6-40B4-8015-775839421FFF}" type="presParOf" srcId="{8E9C92FF-1745-49E1-8327-004531A5DC58}" destId="{9E244A15-A6A9-417A-BF56-39AF02DFBA35}" srcOrd="2" destOrd="0" presId="urn:microsoft.com/office/officeart/2005/8/layout/process4"/>
    <dgm:cxn modelId="{B1756EF4-F1F5-4155-9DA8-122BFE57E064}" type="presParOf" srcId="{9E244A15-A6A9-417A-BF56-39AF02DFBA35}" destId="{4DBE6A3C-E206-4737-988D-BDCE57821D4E}" srcOrd="0" destOrd="0" presId="urn:microsoft.com/office/officeart/2005/8/layout/process4"/>
    <dgm:cxn modelId="{7542C2B8-00D3-4C1B-ADDA-AF926AE9AB2E}" type="presParOf" srcId="{9E244A15-A6A9-417A-BF56-39AF02DFBA35}" destId="{740678AC-BAEF-4D89-8A5A-BE2400765956}" srcOrd="1" destOrd="0" presId="urn:microsoft.com/office/officeart/2005/8/layout/process4"/>
    <dgm:cxn modelId="{07AC8971-D72E-4C6D-B058-94897EDD1C46}" type="presParOf" srcId="{9E244A15-A6A9-417A-BF56-39AF02DFBA35}" destId="{986C1DC9-B797-4DAB-AD26-35DC4A089FC4}" srcOrd="2" destOrd="0" presId="urn:microsoft.com/office/officeart/2005/8/layout/process4"/>
    <dgm:cxn modelId="{AA93D0A3-560E-47E7-9838-77875053918D}" type="presParOf" srcId="{219023CA-44DC-4970-BAA3-B78B1E360BEE}" destId="{E3DBA00F-CAF4-4A69-8129-486BC148B27D}" srcOrd="3" destOrd="0" presId="urn:microsoft.com/office/officeart/2005/8/layout/process4"/>
    <dgm:cxn modelId="{3D9BC433-CD06-4A4C-9F90-9D42047082F2}" type="presParOf" srcId="{219023CA-44DC-4970-BAA3-B78B1E360BEE}" destId="{7232C58E-C14B-4B51-8E90-E7324770E0F2}" srcOrd="4" destOrd="0" presId="urn:microsoft.com/office/officeart/2005/8/layout/process4"/>
    <dgm:cxn modelId="{6117CD6A-4DBA-4F33-945C-A22E2D420028}" type="presParOf" srcId="{7232C58E-C14B-4B51-8E90-E7324770E0F2}" destId="{79712DCC-7ABC-4A66-8F13-C73CC973C1CF}" srcOrd="0" destOrd="0" presId="urn:microsoft.com/office/officeart/2005/8/layout/process4"/>
    <dgm:cxn modelId="{7753B55C-6BFC-46EA-AC48-841D57A02944}" type="presParOf" srcId="{7232C58E-C14B-4B51-8E90-E7324770E0F2}" destId="{E2310C0B-FF69-4C2F-B509-9D1C11B775DC}" srcOrd="1" destOrd="0" presId="urn:microsoft.com/office/officeart/2005/8/layout/process4"/>
    <dgm:cxn modelId="{44DD602B-1B69-479F-8329-815386968626}" type="presParOf" srcId="{7232C58E-C14B-4B51-8E90-E7324770E0F2}" destId="{4BAD6599-37CE-4C2D-BE25-7246BA44563C}" srcOrd="2" destOrd="0" presId="urn:microsoft.com/office/officeart/2005/8/layout/process4"/>
    <dgm:cxn modelId="{24BC319B-6E04-47B8-8CD1-B7D62BB71401}" type="presParOf" srcId="{4BAD6599-37CE-4C2D-BE25-7246BA44563C}" destId="{0CE84E85-A455-4555-8E69-08AFAE79C450}" srcOrd="0" destOrd="0" presId="urn:microsoft.com/office/officeart/2005/8/layout/process4"/>
    <dgm:cxn modelId="{37FDD657-2DAB-4403-8FF5-900A4A322BA1}" type="presParOf" srcId="{4BAD6599-37CE-4C2D-BE25-7246BA44563C}" destId="{0F38D4E8-1429-4C75-B720-9AF7133FE724}" srcOrd="1" destOrd="0" presId="urn:microsoft.com/office/officeart/2005/8/layout/process4"/>
    <dgm:cxn modelId="{E720C0E0-58CC-4B61-A998-D7715363A32F}" type="presParOf" srcId="{219023CA-44DC-4970-BAA3-B78B1E360BEE}" destId="{21954895-6EB9-413D-870A-F3A74173FE83}" srcOrd="5" destOrd="0" presId="urn:microsoft.com/office/officeart/2005/8/layout/process4"/>
    <dgm:cxn modelId="{660838F4-1EE2-421D-BF7B-398C668CA770}" type="presParOf" srcId="{219023CA-44DC-4970-BAA3-B78B1E360BEE}" destId="{5DF7E86F-95D1-443B-9E17-2DE4829B6B7E}" srcOrd="6" destOrd="0" presId="urn:microsoft.com/office/officeart/2005/8/layout/process4"/>
    <dgm:cxn modelId="{CE01AE1F-8C2E-4B08-8595-F5BF449B8763}" type="presParOf" srcId="{5DF7E86F-95D1-443B-9E17-2DE4829B6B7E}" destId="{339765B9-8F60-4C82-BAE0-FCCA981979A4}" srcOrd="0" destOrd="0" presId="urn:microsoft.com/office/officeart/2005/8/layout/process4"/>
    <dgm:cxn modelId="{47BA71B5-31F7-49BB-BDC1-FA2CD8CB2AFE}" type="presParOf" srcId="{5DF7E86F-95D1-443B-9E17-2DE4829B6B7E}" destId="{DE556085-8031-4007-A2D1-B6761C843A62}" srcOrd="1" destOrd="0" presId="urn:microsoft.com/office/officeart/2005/8/layout/process4"/>
    <dgm:cxn modelId="{A4795FD0-B8C8-4FDB-97C6-C1B5751B0DF1}" type="presParOf" srcId="{5DF7E86F-95D1-443B-9E17-2DE4829B6B7E}" destId="{4ADC1EF1-608C-4E9C-AA5F-EE5322D42008}" srcOrd="2" destOrd="0" presId="urn:microsoft.com/office/officeart/2005/8/layout/process4"/>
    <dgm:cxn modelId="{93EF7BED-40DF-4FA3-82CF-79E943EC702F}" type="presParOf" srcId="{4ADC1EF1-608C-4E9C-AA5F-EE5322D42008}" destId="{373F9E50-A574-4F20-9251-AE1890546927}" srcOrd="0" destOrd="0" presId="urn:microsoft.com/office/officeart/2005/8/layout/process4"/>
    <dgm:cxn modelId="{38A28C3A-0C00-4833-80DA-9748D4E2ED2A}" type="presParOf" srcId="{4ADC1EF1-608C-4E9C-AA5F-EE5322D42008}" destId="{ACD2903D-8196-45D5-9050-65AADC0FEECE}" srcOrd="1" destOrd="0" presId="urn:microsoft.com/office/officeart/2005/8/layout/process4"/>
    <dgm:cxn modelId="{CF7D8922-737D-48A7-8867-1C4D6D79CCD6}" type="presParOf" srcId="{4ADC1EF1-608C-4E9C-AA5F-EE5322D42008}" destId="{D2BA5510-6D8E-48F3-805F-ED63799F4FAD}" srcOrd="2" destOrd="0" presId="urn:microsoft.com/office/officeart/2005/8/layout/process4"/>
    <dgm:cxn modelId="{39E3F8CE-D11C-43AB-AA0F-30C23848CED1}" type="presParOf" srcId="{219023CA-44DC-4970-BAA3-B78B1E360BEE}" destId="{09DFE947-A8EC-4886-B815-80F93F76D691}" srcOrd="7" destOrd="0" presId="urn:microsoft.com/office/officeart/2005/8/layout/process4"/>
    <dgm:cxn modelId="{FF6E8146-D7E7-423C-B0D5-681D9E785750}" type="presParOf" srcId="{219023CA-44DC-4970-BAA3-B78B1E360BEE}" destId="{BB261E61-2169-4B8C-AA94-D092CAB04EBC}" srcOrd="8" destOrd="0" presId="urn:microsoft.com/office/officeart/2005/8/layout/process4"/>
    <dgm:cxn modelId="{E58D99E9-36EC-41BA-BD07-C361874C43EB}" type="presParOf" srcId="{BB261E61-2169-4B8C-AA94-D092CAB04EBC}" destId="{2F3481E5-742D-41F9-BAFB-B9F729D22BA7}" srcOrd="0" destOrd="0" presId="urn:microsoft.com/office/officeart/2005/8/layout/process4"/>
    <dgm:cxn modelId="{85FA45AB-3412-4BDD-AF4F-3C3852DF3E25}" type="presParOf" srcId="{BB261E61-2169-4B8C-AA94-D092CAB04EBC}" destId="{5BDD70FC-F1FB-4A2A-BCBA-366EEDFC5180}" srcOrd="1" destOrd="0" presId="urn:microsoft.com/office/officeart/2005/8/layout/process4"/>
    <dgm:cxn modelId="{976DEC2B-7CB9-48D5-BAF1-48E5B8E12061}" type="presParOf" srcId="{BB261E61-2169-4B8C-AA94-D092CAB04EBC}" destId="{0769B1AF-1AB3-46DE-A146-865F8DAB1EE7}" srcOrd="2" destOrd="0" presId="urn:microsoft.com/office/officeart/2005/8/layout/process4"/>
    <dgm:cxn modelId="{60D8CDDF-CAAF-48D8-84AE-0E3C60201567}" type="presParOf" srcId="{0769B1AF-1AB3-46DE-A146-865F8DAB1EE7}" destId="{9DB9885D-A60C-44A0-AAEF-520F8C701F80}" srcOrd="0" destOrd="0" presId="urn:microsoft.com/office/officeart/2005/8/layout/process4"/>
    <dgm:cxn modelId="{6EFCB670-6737-4D27-B082-9A872E18A1DC}" type="presParOf" srcId="{0769B1AF-1AB3-46DE-A146-865F8DAB1EE7}" destId="{F6A0E0CE-FCB6-48A6-AFDD-88C262C4B7A0}" srcOrd="1" destOrd="0" presId="urn:microsoft.com/office/officeart/2005/8/layout/process4"/>
    <dgm:cxn modelId="{89DB8CAB-15AF-4F01-B4B9-3FE73A72F6DE}" type="presParOf" srcId="{0769B1AF-1AB3-46DE-A146-865F8DAB1EE7}" destId="{6173CF32-A2D5-4F7E-854D-AB8DA35589CD}" srcOrd="2" destOrd="0" presId="urn:microsoft.com/office/officeart/2005/8/layout/process4"/>
    <dgm:cxn modelId="{E59F97F1-4CCE-464D-A428-CDCD249C2627}" type="presParOf" srcId="{219023CA-44DC-4970-BAA3-B78B1E360BEE}" destId="{426D5493-580E-481F-AA4C-20A9C2B118DE}" srcOrd="9" destOrd="0" presId="urn:microsoft.com/office/officeart/2005/8/layout/process4"/>
    <dgm:cxn modelId="{F9D983B6-7190-4252-88AC-88332E004888}" type="presParOf" srcId="{219023CA-44DC-4970-BAA3-B78B1E360BEE}" destId="{5D454444-93E2-4DF1-B98C-5A55D89DF485}" srcOrd="10" destOrd="0" presId="urn:microsoft.com/office/officeart/2005/8/layout/process4"/>
    <dgm:cxn modelId="{009FA1E7-3694-40B4-8238-7CFE2F110AFA}" type="presParOf" srcId="{5D454444-93E2-4DF1-B98C-5A55D89DF485}" destId="{44F531F0-7795-4D82-8787-0A279EFEE001}" srcOrd="0" destOrd="0" presId="urn:microsoft.com/office/officeart/2005/8/layout/process4"/>
    <dgm:cxn modelId="{A2A2D290-E4AD-4F87-B4FD-90568D815147}" type="presParOf" srcId="{5D454444-93E2-4DF1-B98C-5A55D89DF485}" destId="{4B23E9C7-5A38-47D0-8782-F574060C9137}" srcOrd="1" destOrd="0" presId="urn:microsoft.com/office/officeart/2005/8/layout/process4"/>
    <dgm:cxn modelId="{3D5A5AAB-E251-43AF-AD57-043FC378A807}" type="presParOf" srcId="{5D454444-93E2-4DF1-B98C-5A55D89DF485}" destId="{F581C53C-1C3E-4AF4-8152-4DB5537F2198}" srcOrd="2" destOrd="0" presId="urn:microsoft.com/office/officeart/2005/8/layout/process4"/>
    <dgm:cxn modelId="{FEAE7448-1FC9-4A42-9F43-BA4C3C26697D}" type="presParOf" srcId="{F581C53C-1C3E-4AF4-8152-4DB5537F2198}" destId="{972CF23B-92F7-4E88-90AE-8B864839E3B8}" srcOrd="0" destOrd="0" presId="urn:microsoft.com/office/officeart/2005/8/layout/process4"/>
    <dgm:cxn modelId="{C4D4BB20-2677-48A9-B91E-471E3D83C86D}" type="presParOf" srcId="{F581C53C-1C3E-4AF4-8152-4DB5537F2198}" destId="{69E34BED-CF51-45AE-ABFF-AD779860672B}" srcOrd="1" destOrd="0" presId="urn:microsoft.com/office/officeart/2005/8/layout/process4"/>
    <dgm:cxn modelId="{7D27EC7D-907E-44F5-879B-219F401C7959}" type="presParOf" srcId="{F581C53C-1C3E-4AF4-8152-4DB5537F2198}" destId="{3F31C878-1C66-4EA9-9AF4-6AFCC2133178}" srcOrd="2" destOrd="0" presId="urn:microsoft.com/office/officeart/2005/8/layout/process4"/>
    <dgm:cxn modelId="{13A58945-64A5-44E5-A0C6-89343ECB1F0B}" type="presParOf" srcId="{219023CA-44DC-4970-BAA3-B78B1E360BEE}" destId="{E83013C2-D089-46CC-AAB6-32957480B2A1}" srcOrd="11" destOrd="0" presId="urn:microsoft.com/office/officeart/2005/8/layout/process4"/>
    <dgm:cxn modelId="{05DD5EC9-C13B-4C90-988E-BF4B8A50E2BD}" type="presParOf" srcId="{219023CA-44DC-4970-BAA3-B78B1E360BEE}" destId="{DA3257D6-D9BF-4903-96D5-574536967C74}" srcOrd="12" destOrd="0" presId="urn:microsoft.com/office/officeart/2005/8/layout/process4"/>
    <dgm:cxn modelId="{5894623D-D50C-472E-8D57-A937811721F0}" type="presParOf" srcId="{DA3257D6-D9BF-4903-96D5-574536967C74}" destId="{928CB685-EFD1-4DA3-8CF7-CD97580505BD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F7CB33-FE08-4197-AF06-31C506B1DF09}">
      <dsp:nvSpPr>
        <dsp:cNvPr id="0" name=""/>
        <dsp:cNvSpPr/>
      </dsp:nvSpPr>
      <dsp:spPr>
        <a:xfrm>
          <a:off x="0" y="4486260"/>
          <a:ext cx="2808563" cy="49092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900" kern="1200"/>
            <a:t>END</a:t>
          </a:r>
          <a:endParaRPr lang="en-IN" sz="900" kern="1200" dirty="0"/>
        </a:p>
      </dsp:txBody>
      <dsp:txXfrm>
        <a:off x="0" y="4486260"/>
        <a:ext cx="2808563" cy="490929"/>
      </dsp:txXfrm>
    </dsp:sp>
    <dsp:sp modelId="{C5044602-D7F9-4F2F-BFD3-82A7837E0B26}">
      <dsp:nvSpPr>
        <dsp:cNvPr id="0" name=""/>
        <dsp:cNvSpPr/>
      </dsp:nvSpPr>
      <dsp:spPr>
        <a:xfrm rot="10800000">
          <a:off x="0" y="3738575"/>
          <a:ext cx="2808563" cy="755048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b="1" kern="1200" dirty="0"/>
            <a:t>6. Local TTS and Playback</a:t>
          </a:r>
          <a:endParaRPr lang="en-IN" sz="900" kern="1200" dirty="0"/>
        </a:p>
      </dsp:txBody>
      <dsp:txXfrm rot="-10800000">
        <a:off x="0" y="3738575"/>
        <a:ext cx="2808563" cy="265022"/>
      </dsp:txXfrm>
    </dsp:sp>
    <dsp:sp modelId="{4DBE6A3C-E206-4737-988D-BDCE57821D4E}">
      <dsp:nvSpPr>
        <dsp:cNvPr id="0" name=""/>
        <dsp:cNvSpPr/>
      </dsp:nvSpPr>
      <dsp:spPr>
        <a:xfrm>
          <a:off x="1371" y="4003597"/>
          <a:ext cx="935273" cy="2257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8890" rIns="49784" bIns="889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700" kern="1200" dirty="0" err="1"/>
            <a:t>IndicTTS</a:t>
          </a:r>
          <a:r>
            <a:rPr lang="en-IN" sz="700" kern="1200" dirty="0"/>
            <a:t> (ONNX INT8)</a:t>
          </a:r>
        </a:p>
      </dsp:txBody>
      <dsp:txXfrm>
        <a:off x="1371" y="4003597"/>
        <a:ext cx="935273" cy="225759"/>
      </dsp:txXfrm>
    </dsp:sp>
    <dsp:sp modelId="{740678AC-BAEF-4D89-8A5A-BE2400765956}">
      <dsp:nvSpPr>
        <dsp:cNvPr id="0" name=""/>
        <dsp:cNvSpPr/>
      </dsp:nvSpPr>
      <dsp:spPr>
        <a:xfrm>
          <a:off x="936644" y="4003597"/>
          <a:ext cx="935273" cy="2257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8890" rIns="49784" bIns="889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700" kern="1200" dirty="0"/>
            <a:t>Synthesize speech</a:t>
          </a:r>
        </a:p>
      </dsp:txBody>
      <dsp:txXfrm>
        <a:off x="936644" y="4003597"/>
        <a:ext cx="935273" cy="225759"/>
      </dsp:txXfrm>
    </dsp:sp>
    <dsp:sp modelId="{986C1DC9-B797-4DAB-AD26-35DC4A089FC4}">
      <dsp:nvSpPr>
        <dsp:cNvPr id="0" name=""/>
        <dsp:cNvSpPr/>
      </dsp:nvSpPr>
      <dsp:spPr>
        <a:xfrm>
          <a:off x="1871918" y="4003597"/>
          <a:ext cx="935273" cy="2257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8890" rIns="49784" bIns="889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700" kern="1200" dirty="0"/>
            <a:t>Audio Output</a:t>
          </a:r>
        </a:p>
      </dsp:txBody>
      <dsp:txXfrm>
        <a:off x="1871918" y="4003597"/>
        <a:ext cx="935273" cy="225759"/>
      </dsp:txXfrm>
    </dsp:sp>
    <dsp:sp modelId="{E2310C0B-FF69-4C2F-B509-9D1C11B775DC}">
      <dsp:nvSpPr>
        <dsp:cNvPr id="0" name=""/>
        <dsp:cNvSpPr/>
      </dsp:nvSpPr>
      <dsp:spPr>
        <a:xfrm rot="10800000">
          <a:off x="0" y="2990890"/>
          <a:ext cx="2808563" cy="755048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b="1" kern="1200" dirty="0"/>
            <a:t>5. Socket Reception and Dispatch</a:t>
          </a:r>
          <a:endParaRPr lang="en-IN" sz="900" kern="1200" dirty="0"/>
        </a:p>
      </dsp:txBody>
      <dsp:txXfrm rot="-10800000">
        <a:off x="0" y="2990890"/>
        <a:ext cx="2808563" cy="265022"/>
      </dsp:txXfrm>
    </dsp:sp>
    <dsp:sp modelId="{0CE84E85-A455-4555-8E69-08AFAE79C450}">
      <dsp:nvSpPr>
        <dsp:cNvPr id="0" name=""/>
        <dsp:cNvSpPr/>
      </dsp:nvSpPr>
      <dsp:spPr>
        <a:xfrm>
          <a:off x="0" y="3255912"/>
          <a:ext cx="1404281" cy="2257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8890" rIns="49784" bIns="889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700" kern="1200" dirty="0"/>
            <a:t>Receive and parse message</a:t>
          </a:r>
        </a:p>
      </dsp:txBody>
      <dsp:txXfrm>
        <a:off x="0" y="3255912"/>
        <a:ext cx="1404281" cy="225759"/>
      </dsp:txXfrm>
    </dsp:sp>
    <dsp:sp modelId="{0F38D4E8-1429-4C75-B720-9AF7133FE724}">
      <dsp:nvSpPr>
        <dsp:cNvPr id="0" name=""/>
        <dsp:cNvSpPr/>
      </dsp:nvSpPr>
      <dsp:spPr>
        <a:xfrm>
          <a:off x="1404281" y="3255912"/>
          <a:ext cx="1404281" cy="2257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8890" rIns="49784" bIns="889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700" b="1" kern="1200" dirty="0"/>
            <a:t>Dispatch to TTS module</a:t>
          </a:r>
        </a:p>
      </dsp:txBody>
      <dsp:txXfrm>
        <a:off x="1404281" y="3255912"/>
        <a:ext cx="1404281" cy="225759"/>
      </dsp:txXfrm>
    </dsp:sp>
    <dsp:sp modelId="{DE556085-8031-4007-A2D1-B6761C843A62}">
      <dsp:nvSpPr>
        <dsp:cNvPr id="0" name=""/>
        <dsp:cNvSpPr/>
      </dsp:nvSpPr>
      <dsp:spPr>
        <a:xfrm rot="10800000">
          <a:off x="0" y="2243205"/>
          <a:ext cx="2808563" cy="755048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b="1" kern="1200"/>
            <a:t>4. P2P Transport and Failover</a:t>
          </a:r>
          <a:endParaRPr lang="en-IN" sz="900" kern="1200"/>
        </a:p>
      </dsp:txBody>
      <dsp:txXfrm rot="-10800000">
        <a:off x="0" y="2243205"/>
        <a:ext cx="2808563" cy="265022"/>
      </dsp:txXfrm>
    </dsp:sp>
    <dsp:sp modelId="{373F9E50-A574-4F20-9251-AE1890546927}">
      <dsp:nvSpPr>
        <dsp:cNvPr id="0" name=""/>
        <dsp:cNvSpPr/>
      </dsp:nvSpPr>
      <dsp:spPr>
        <a:xfrm>
          <a:off x="1371" y="2508227"/>
          <a:ext cx="935273" cy="2257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8890" rIns="49784" bIns="889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700" b="1" kern="1200" dirty="0" err="1"/>
            <a:t>ProtoBuf</a:t>
          </a:r>
          <a:endParaRPr lang="en-IN" sz="700" b="1" kern="1200" dirty="0"/>
        </a:p>
      </dsp:txBody>
      <dsp:txXfrm>
        <a:off x="1371" y="2508227"/>
        <a:ext cx="935273" cy="225759"/>
      </dsp:txXfrm>
    </dsp:sp>
    <dsp:sp modelId="{ACD2903D-8196-45D5-9050-65AADC0FEECE}">
      <dsp:nvSpPr>
        <dsp:cNvPr id="0" name=""/>
        <dsp:cNvSpPr/>
      </dsp:nvSpPr>
      <dsp:spPr>
        <a:xfrm>
          <a:off x="936644" y="2508227"/>
          <a:ext cx="935273" cy="2257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8890" rIns="49784" bIns="889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700" kern="1200" dirty="0"/>
            <a:t>Send via </a:t>
          </a:r>
          <a:r>
            <a:rPr lang="en-IN" sz="700" b="1" kern="1200" dirty="0"/>
            <a:t>Wi-Fi Direct</a:t>
          </a:r>
        </a:p>
      </dsp:txBody>
      <dsp:txXfrm>
        <a:off x="936644" y="2508227"/>
        <a:ext cx="935273" cy="225759"/>
      </dsp:txXfrm>
    </dsp:sp>
    <dsp:sp modelId="{D2BA5510-6D8E-48F3-805F-ED63799F4FAD}">
      <dsp:nvSpPr>
        <dsp:cNvPr id="0" name=""/>
        <dsp:cNvSpPr/>
      </dsp:nvSpPr>
      <dsp:spPr>
        <a:xfrm>
          <a:off x="1871918" y="2508227"/>
          <a:ext cx="935273" cy="2257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8890" rIns="49784" bIns="889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700" kern="1200" dirty="0"/>
            <a:t>Fallback to </a:t>
          </a:r>
          <a:r>
            <a:rPr lang="en-IN" sz="700" b="1" kern="1200" dirty="0"/>
            <a:t>Bluetooth RFCOMM</a:t>
          </a:r>
        </a:p>
      </dsp:txBody>
      <dsp:txXfrm>
        <a:off x="1871918" y="2508227"/>
        <a:ext cx="935273" cy="225759"/>
      </dsp:txXfrm>
    </dsp:sp>
    <dsp:sp modelId="{5BDD70FC-F1FB-4A2A-BCBA-366EEDFC5180}">
      <dsp:nvSpPr>
        <dsp:cNvPr id="0" name=""/>
        <dsp:cNvSpPr/>
      </dsp:nvSpPr>
      <dsp:spPr>
        <a:xfrm rot="10800000">
          <a:off x="0" y="1495520"/>
          <a:ext cx="2808563" cy="755048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b="1" kern="1200" dirty="0"/>
            <a:t>3. Local STT Inference</a:t>
          </a:r>
          <a:endParaRPr lang="en-IN" sz="900" kern="1200" dirty="0"/>
        </a:p>
      </dsp:txBody>
      <dsp:txXfrm rot="-10800000">
        <a:off x="0" y="1495520"/>
        <a:ext cx="2808563" cy="265022"/>
      </dsp:txXfrm>
    </dsp:sp>
    <dsp:sp modelId="{9DB9885D-A60C-44A0-AAEF-520F8C701F80}">
      <dsp:nvSpPr>
        <dsp:cNvPr id="0" name=""/>
        <dsp:cNvSpPr/>
      </dsp:nvSpPr>
      <dsp:spPr>
        <a:xfrm>
          <a:off x="1371" y="1760542"/>
          <a:ext cx="935273" cy="2257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8890" rIns="49784" bIns="889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700" b="1" kern="1200" dirty="0" err="1"/>
            <a:t>IndicConformer</a:t>
          </a:r>
          <a:r>
            <a:rPr lang="en-IN" sz="700" b="1" kern="1200" dirty="0"/>
            <a:t> STT</a:t>
          </a:r>
        </a:p>
      </dsp:txBody>
      <dsp:txXfrm>
        <a:off x="1371" y="1760542"/>
        <a:ext cx="935273" cy="225759"/>
      </dsp:txXfrm>
    </dsp:sp>
    <dsp:sp modelId="{F6A0E0CE-FCB6-48A6-AFDD-88C262C4B7A0}">
      <dsp:nvSpPr>
        <dsp:cNvPr id="0" name=""/>
        <dsp:cNvSpPr/>
      </dsp:nvSpPr>
      <dsp:spPr>
        <a:xfrm>
          <a:off x="936644" y="1760542"/>
          <a:ext cx="935273" cy="2257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8890" rIns="49784" bIns="889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700" kern="1200" dirty="0"/>
            <a:t>Convert speech to text locally</a:t>
          </a:r>
        </a:p>
      </dsp:txBody>
      <dsp:txXfrm>
        <a:off x="936644" y="1760542"/>
        <a:ext cx="935273" cy="225759"/>
      </dsp:txXfrm>
    </dsp:sp>
    <dsp:sp modelId="{6173CF32-A2D5-4F7E-854D-AB8DA35589CD}">
      <dsp:nvSpPr>
        <dsp:cNvPr id="0" name=""/>
        <dsp:cNvSpPr/>
      </dsp:nvSpPr>
      <dsp:spPr>
        <a:xfrm>
          <a:off x="1871918" y="1760542"/>
          <a:ext cx="935273" cy="2257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8890" rIns="49784" bIns="889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700" kern="1200" dirty="0"/>
            <a:t>Text Output</a:t>
          </a:r>
        </a:p>
      </dsp:txBody>
      <dsp:txXfrm>
        <a:off x="1871918" y="1760542"/>
        <a:ext cx="935273" cy="225759"/>
      </dsp:txXfrm>
    </dsp:sp>
    <dsp:sp modelId="{4B23E9C7-5A38-47D0-8782-F574060C9137}">
      <dsp:nvSpPr>
        <dsp:cNvPr id="0" name=""/>
        <dsp:cNvSpPr/>
      </dsp:nvSpPr>
      <dsp:spPr>
        <a:xfrm rot="10800000">
          <a:off x="0" y="747835"/>
          <a:ext cx="2808563" cy="755048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900" b="1" kern="1200"/>
            <a:t>2. Audio Capture and VAD</a:t>
          </a:r>
          <a:endParaRPr lang="en-IN" sz="900" kern="1200" dirty="0"/>
        </a:p>
      </dsp:txBody>
      <dsp:txXfrm rot="-10800000">
        <a:off x="0" y="747835"/>
        <a:ext cx="2808563" cy="265022"/>
      </dsp:txXfrm>
    </dsp:sp>
    <dsp:sp modelId="{972CF23B-92F7-4E88-90AE-8B864839E3B8}">
      <dsp:nvSpPr>
        <dsp:cNvPr id="0" name=""/>
        <dsp:cNvSpPr/>
      </dsp:nvSpPr>
      <dsp:spPr>
        <a:xfrm>
          <a:off x="1371" y="1012857"/>
          <a:ext cx="935273" cy="2257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8890" rIns="49784" bIns="889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700" b="1" kern="1200" dirty="0"/>
            <a:t>Capture 16 kHz Audio</a:t>
          </a:r>
        </a:p>
      </dsp:txBody>
      <dsp:txXfrm>
        <a:off x="1371" y="1012857"/>
        <a:ext cx="935273" cy="225759"/>
      </dsp:txXfrm>
    </dsp:sp>
    <dsp:sp modelId="{69E34BED-CF51-45AE-ABFF-AD779860672B}">
      <dsp:nvSpPr>
        <dsp:cNvPr id="0" name=""/>
        <dsp:cNvSpPr/>
      </dsp:nvSpPr>
      <dsp:spPr>
        <a:xfrm>
          <a:off x="936644" y="1012857"/>
          <a:ext cx="935273" cy="2257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8890" rIns="49784" bIns="889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700" kern="1200"/>
            <a:t>VAD</a:t>
          </a:r>
          <a:endParaRPr lang="en-IN" sz="700" kern="1200" dirty="0"/>
        </a:p>
      </dsp:txBody>
      <dsp:txXfrm>
        <a:off x="936644" y="1012857"/>
        <a:ext cx="935273" cy="225759"/>
      </dsp:txXfrm>
    </dsp:sp>
    <dsp:sp modelId="{3F31C878-1C66-4EA9-9AF4-6AFCC2133178}">
      <dsp:nvSpPr>
        <dsp:cNvPr id="0" name=""/>
        <dsp:cNvSpPr/>
      </dsp:nvSpPr>
      <dsp:spPr>
        <a:xfrm>
          <a:off x="1871918" y="1012857"/>
          <a:ext cx="935273" cy="22575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784" tIns="8890" rIns="49784" bIns="889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700" kern="1200" dirty="0"/>
            <a:t>Detect speech segments locally</a:t>
          </a:r>
        </a:p>
      </dsp:txBody>
      <dsp:txXfrm>
        <a:off x="1871918" y="1012857"/>
        <a:ext cx="935273" cy="225759"/>
      </dsp:txXfrm>
    </dsp:sp>
    <dsp:sp modelId="{928CB685-EFD1-4DA3-8CF7-CD97580505BD}">
      <dsp:nvSpPr>
        <dsp:cNvPr id="0" name=""/>
        <dsp:cNvSpPr/>
      </dsp:nvSpPr>
      <dsp:spPr>
        <a:xfrm rot="10800000">
          <a:off x="0" y="150"/>
          <a:ext cx="2808563" cy="755048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64008" rIns="64008" bIns="64008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START</a:t>
          </a:r>
          <a:endParaRPr lang="en-IN" sz="900" kern="1200" dirty="0"/>
        </a:p>
      </dsp:txBody>
      <dsp:txXfrm rot="10800000">
        <a:off x="0" y="150"/>
        <a:ext cx="2808563" cy="4906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9/6/2026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9/6/2026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.xml"/><Relationship Id="rId3" Type="http://schemas.openxmlformats.org/officeDocument/2006/relationships/image" Target="../media/image2.png"/><Relationship Id="rId7" Type="http://schemas.openxmlformats.org/officeDocument/2006/relationships/diagramData" Target="../diagrams/data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microsoft.com/office/2007/relationships/diagramDrawing" Target="../diagrams/drawing1.xml"/><Relationship Id="rId5" Type="http://schemas.openxmlformats.org/officeDocument/2006/relationships/image" Target="../media/image4.png"/><Relationship Id="rId10" Type="http://schemas.openxmlformats.org/officeDocument/2006/relationships/diagramColors" Target="../diagrams/colors1.xml"/><Relationship Id="rId4" Type="http://schemas.openxmlformats.org/officeDocument/2006/relationships/image" Target="../media/image3.png"/><Relationship Id="rId9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8589" y="1486814"/>
            <a:ext cx="5767412" cy="45750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endParaRPr lang="en-US" sz="2000" dirty="0">
              <a:latin typeface="+mj-lt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Times New Roman" panose="02020603050405020304" pitchFamily="18" charset="0"/>
              </a:rPr>
              <a:t>Problem Statement ID :- 26173	</a:t>
            </a: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Times New Roman" panose="02020603050405020304" pitchFamily="18" charset="0"/>
              </a:rPr>
              <a:t>Problem Statement Title :- </a:t>
            </a:r>
            <a:r>
              <a:rPr lang="en-IN" sz="2000" dirty="0">
                <a:latin typeface="+mj-lt"/>
                <a:cs typeface="Times New Roman" panose="02020603050405020304" pitchFamily="18" charset="0"/>
              </a:rPr>
              <a:t>iTantra - Indian Multilingual TTS &amp; STT Aided Neural Transceiver Radio Access for low bitrate links</a:t>
            </a:r>
            <a:endParaRPr lang="en-US" sz="2000" dirty="0">
              <a:latin typeface="+mj-lt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Times New Roman" panose="02020603050405020304" pitchFamily="18" charset="0"/>
              </a:rPr>
              <a:t>Theme :- </a:t>
            </a:r>
            <a:r>
              <a:rPr lang="en-IN" sz="2000" b="1" dirty="0">
                <a:latin typeface="+mj-lt"/>
                <a:cs typeface="Times New Roman" panose="02020603050405020304" pitchFamily="18" charset="0"/>
              </a:rPr>
              <a:t>Smart Automation</a:t>
            </a:r>
            <a:endParaRPr lang="en-US" sz="2000" b="1" dirty="0">
              <a:latin typeface="+mj-lt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Times New Roman" panose="02020603050405020304" pitchFamily="18" charset="0"/>
              </a:rPr>
              <a:t>PS Category :- Software</a:t>
            </a: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Times New Roman" panose="02020603050405020304" pitchFamily="18" charset="0"/>
              </a:rPr>
              <a:t>Team ID :-</a:t>
            </a:r>
          </a:p>
          <a:p>
            <a:pPr marL="285750" indent="-285750" algn="just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>
                <a:latin typeface="+mj-lt"/>
                <a:cs typeface="Times New Roman" panose="02020603050405020304" pitchFamily="18" charset="0"/>
              </a:rPr>
              <a:t>Team Name :- Falcons</a:t>
            </a:r>
            <a:endParaRPr lang="en-IN" sz="2000" b="1" dirty="0">
              <a:latin typeface="+mj-lt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609599" y="150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+mn-lt"/>
                <a:ea typeface="ＭＳ Ｐゴシック" pitchFamily="1" charset="-128"/>
                <a:cs typeface="Times New Roman" panose="02020603050405020304" pitchFamily="18" charset="0"/>
              </a:rPr>
              <a:t>ITantra – Universal Communicator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Falcons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C6EF708-F01F-45C7-4511-545481765D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8383299"/>
              </p:ext>
            </p:extLst>
          </p:nvPr>
        </p:nvGraphicFramePr>
        <p:xfrm>
          <a:off x="609600" y="1052538"/>
          <a:ext cx="10972800" cy="1953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235061429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3783374950"/>
                    </a:ext>
                  </a:extLst>
                </a:gridCol>
              </a:tblGrid>
              <a:tr h="195384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N" sz="2400" i="0" u="none" dirty="0">
                          <a:solidFill>
                            <a:schemeClr val="accent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Problem</a:t>
                      </a:r>
                      <a:endParaRPr lang="en-IN" sz="2800" i="0" u="none" dirty="0">
                        <a:solidFill>
                          <a:schemeClr val="accent1"/>
                        </a:solidFill>
                        <a:latin typeface="+mn-lt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Raw voice 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is highly data-intensive for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low-bitrate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links, while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conventional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STT/TTS often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depends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on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internet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or cloud infrastructure.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emergencies and remote areas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, this makes fast, inclusive,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multilingual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voice communication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difficult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when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connectivity is unavailable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.</a:t>
                      </a:r>
                    </a:p>
                  </a:txBody>
                  <a:tcPr>
                    <a:lnL w="12700" cmpd="sng">
                      <a:noFill/>
                    </a:lnL>
                    <a:lnR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N" sz="2400" i="0" u="none" dirty="0">
                          <a:solidFill>
                            <a:schemeClr val="accent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Our Idea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iTantra converts speech 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into text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locally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, transmits only compact data over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Wi-Fi/Bluetooth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, and reconstructs it as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speech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on the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receiving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device.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It enables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low-latency, multilingual, offline 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voice communication between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phones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without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 relying on </a:t>
                      </a:r>
                      <a:r>
                        <a:rPr lang="en-IN" sz="1600" b="1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cellular or cloud infrastructure</a:t>
                      </a:r>
                      <a:r>
                        <a:rPr lang="en-IN" sz="1600" b="0" i="0" dirty="0">
                          <a:solidFill>
                            <a:schemeClr val="tx1"/>
                          </a:solidFill>
                          <a:latin typeface="+mn-lt"/>
                          <a:cs typeface="Times New Roman" panose="02020603050405020304" pitchFamily="18" charset="0"/>
                        </a:rPr>
                        <a:t>.</a:t>
                      </a:r>
                      <a:endParaRPr lang="en-IN" sz="1600" b="0" i="0" dirty="0">
                        <a:solidFill>
                          <a:sysClr val="windowText" lastClr="000000"/>
                        </a:solidFill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32596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704BAB-D65F-593D-7290-83DC021B3731}"/>
              </a:ext>
            </a:extLst>
          </p:cNvPr>
          <p:cNvSpPr txBox="1"/>
          <p:nvPr/>
        </p:nvSpPr>
        <p:spPr>
          <a:xfrm>
            <a:off x="609597" y="3007845"/>
            <a:ext cx="4467227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400" b="1" dirty="0">
                <a:solidFill>
                  <a:schemeClr val="accent1"/>
                </a:solidFill>
                <a:latin typeface="+mn-lt"/>
                <a:cs typeface="Times New Roman" panose="02020603050405020304" pitchFamily="18" charset="0"/>
              </a:rPr>
              <a:t>Unique Value Preposition</a:t>
            </a:r>
            <a:endParaRPr lang="en-IN" sz="1600" b="1" dirty="0">
              <a:solidFill>
                <a:schemeClr val="accent1"/>
              </a:solidFill>
              <a:latin typeface="+mn-lt"/>
              <a:cs typeface="Times New Roman" panose="02020603050405020304" pitchFamily="18" charset="0"/>
            </a:endParaRP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sz="1600" dirty="0">
                <a:latin typeface="+mn-lt"/>
                <a:cs typeface="Times New Roman" panose="02020603050405020304" pitchFamily="18" charset="0"/>
              </a:rPr>
              <a:t>Transmits </a:t>
            </a:r>
            <a:r>
              <a:rPr lang="en-IN" sz="1600" b="1" dirty="0">
                <a:latin typeface="+mn-lt"/>
                <a:cs typeface="Times New Roman" panose="02020603050405020304" pitchFamily="18" charset="0"/>
              </a:rPr>
              <a:t>speech as compact text packets instead of raw audio</a:t>
            </a:r>
            <a:r>
              <a:rPr lang="en-IN" sz="1600" dirty="0">
                <a:latin typeface="+mn-lt"/>
                <a:cs typeface="Times New Roman" panose="02020603050405020304" pitchFamily="18" charset="0"/>
              </a:rPr>
              <a:t>, enabling voice communication over extremely low-bandwidth links. 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sz="1600" dirty="0">
                <a:latin typeface="+mn-lt"/>
                <a:cs typeface="Times New Roman" panose="02020603050405020304" pitchFamily="18" charset="0"/>
              </a:rPr>
              <a:t>Provides </a:t>
            </a:r>
            <a:r>
              <a:rPr lang="en-IN" sz="1600" b="1" dirty="0">
                <a:latin typeface="+mn-lt"/>
                <a:cs typeface="Times New Roman" panose="02020603050405020304" pitchFamily="18" charset="0"/>
              </a:rPr>
              <a:t>10+ language on-device STT/TTS</a:t>
            </a:r>
            <a:r>
              <a:rPr lang="en-IN" sz="1600" dirty="0">
                <a:latin typeface="+mn-lt"/>
                <a:cs typeface="Times New Roman" panose="02020603050405020304" pitchFamily="18" charset="0"/>
              </a:rPr>
              <a:t> with no cloud dependency during operation, keeping communication private and functional offline. 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sz="1600" dirty="0">
                <a:latin typeface="+mn-lt"/>
                <a:cs typeface="Times New Roman" panose="02020603050405020304" pitchFamily="18" charset="0"/>
              </a:rPr>
              <a:t>Enables </a:t>
            </a:r>
            <a:r>
              <a:rPr lang="en-IN" sz="1600" b="1" dirty="0">
                <a:latin typeface="+mn-lt"/>
                <a:cs typeface="Times New Roman" panose="02020603050405020304" pitchFamily="18" charset="0"/>
              </a:rPr>
              <a:t>direct phone-to-phone communication through Wi-Fi Direct with Bluetooth fallback</a:t>
            </a:r>
            <a:r>
              <a:rPr lang="en-IN" sz="1600" dirty="0">
                <a:latin typeface="+mn-lt"/>
                <a:cs typeface="Times New Roman" panose="02020603050405020304" pitchFamily="18" charset="0"/>
              </a:rPr>
              <a:t>, with near-instant STT-to-TTS relay for emergency use.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255C99-B17D-1AE4-EB7F-826A888B96AC}"/>
              </a:ext>
            </a:extLst>
          </p:cNvPr>
          <p:cNvSpPr txBox="1"/>
          <p:nvPr/>
        </p:nvSpPr>
        <p:spPr>
          <a:xfrm>
            <a:off x="7658100" y="3019180"/>
            <a:ext cx="3924298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400" b="1" dirty="0">
                <a:solidFill>
                  <a:schemeClr val="accent1"/>
                </a:solidFill>
                <a:latin typeface="+mn-lt"/>
                <a:cs typeface="Times New Roman" panose="02020603050405020304" pitchFamily="18" charset="0"/>
              </a:rPr>
              <a:t>Proposed Solution</a:t>
            </a:r>
            <a:endParaRPr lang="en-IN" sz="2400" b="1" dirty="0">
              <a:latin typeface="+mn-lt"/>
            </a:endParaRP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1600" dirty="0">
                <a:latin typeface="+mn-lt"/>
              </a:rPr>
              <a:t>Captures speech in short chunks and </a:t>
            </a:r>
            <a:r>
              <a:rPr lang="en-IN" sz="1600" b="1" dirty="0">
                <a:latin typeface="+mn-lt"/>
              </a:rPr>
              <a:t>automatically detects pauses</a:t>
            </a:r>
            <a:r>
              <a:rPr lang="en-IN" sz="1600" dirty="0">
                <a:latin typeface="+mn-lt"/>
              </a:rPr>
              <a:t> to finalize utterances.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1600" dirty="0">
                <a:latin typeface="+mn-lt"/>
              </a:rPr>
              <a:t>Performs </a:t>
            </a:r>
            <a:r>
              <a:rPr lang="en-IN" sz="1600" b="1" dirty="0">
                <a:latin typeface="+mn-lt"/>
              </a:rPr>
              <a:t>on-device STT and compact </a:t>
            </a:r>
            <a:r>
              <a:rPr lang="en-IN" sz="1600" b="1" dirty="0" err="1">
                <a:latin typeface="+mn-lt"/>
              </a:rPr>
              <a:t>Protobuf</a:t>
            </a:r>
            <a:r>
              <a:rPr lang="en-IN" sz="1600" b="1" dirty="0">
                <a:latin typeface="+mn-lt"/>
              </a:rPr>
              <a:t> packetization</a:t>
            </a:r>
            <a:r>
              <a:rPr lang="en-IN" sz="1600" dirty="0">
                <a:latin typeface="+mn-lt"/>
              </a:rPr>
              <a:t>, minimizing the data sent between devices.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en-IN" sz="1600" dirty="0">
                <a:latin typeface="+mn-lt"/>
              </a:rPr>
              <a:t>Uses </a:t>
            </a:r>
            <a:r>
              <a:rPr lang="en-IN" sz="1600" b="1" dirty="0">
                <a:latin typeface="+mn-lt"/>
              </a:rPr>
              <a:t>Wi-Fi Direct as the primary transport and Bluetooth RFCOMM as fallback</a:t>
            </a:r>
            <a:r>
              <a:rPr lang="en-IN" sz="1600" dirty="0">
                <a:latin typeface="+mn-lt"/>
              </a:rPr>
              <a:t> for infrastructure-independent communication.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Falcons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B840BF7-1A9A-2CAF-4061-6D95B81DAA95}"/>
              </a:ext>
            </a:extLst>
          </p:cNvPr>
          <p:cNvSpPr txBox="1"/>
          <p:nvPr/>
        </p:nvSpPr>
        <p:spPr>
          <a:xfrm>
            <a:off x="609599" y="1066800"/>
            <a:ext cx="3533776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sz="1600" b="1" dirty="0"/>
              <a:t>Hardware &amp; Runtime</a:t>
            </a:r>
            <a:r>
              <a:rPr lang="en-IN" sz="1600" dirty="0"/>
              <a:t>: Runs on </a:t>
            </a:r>
            <a:r>
              <a:rPr lang="en-IN" sz="1600" dirty="0" err="1"/>
              <a:t>ilow</a:t>
            </a:r>
            <a:r>
              <a:rPr lang="en-IN" sz="1600" dirty="0"/>
              <a:t>/md-range Android devices using mic, speaker, Wi-Fi and Bluetooth, with </a:t>
            </a:r>
            <a:r>
              <a:rPr lang="en-IN" sz="1600" b="1" dirty="0"/>
              <a:t>INT8</a:t>
            </a:r>
            <a:r>
              <a:rPr lang="en-IN" sz="1600" dirty="0"/>
              <a:t> models accelerated by </a:t>
            </a:r>
            <a:r>
              <a:rPr lang="en-IN" sz="1600" b="1" dirty="0"/>
              <a:t>ONNX</a:t>
            </a:r>
            <a:r>
              <a:rPr lang="en-IN" sz="1600" dirty="0"/>
              <a:t> Runtime / </a:t>
            </a:r>
            <a:r>
              <a:rPr lang="en-IN" sz="1600" b="1" dirty="0"/>
              <a:t>NNAPI</a:t>
            </a:r>
            <a:r>
              <a:rPr lang="en-IN" sz="1600" dirty="0"/>
              <a:t>. 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sz="1600" b="1" dirty="0"/>
              <a:t>Speech Processing</a:t>
            </a:r>
            <a:r>
              <a:rPr lang="en-IN" sz="1600" dirty="0"/>
              <a:t>: Captures </a:t>
            </a:r>
            <a:r>
              <a:rPr lang="en-IN" sz="1600" b="1" dirty="0"/>
              <a:t>16 kHz mono PCM in 100 </a:t>
            </a:r>
            <a:r>
              <a:rPr lang="en-IN" sz="1600" b="1" dirty="0" err="1"/>
              <a:t>ms</a:t>
            </a:r>
            <a:r>
              <a:rPr lang="en-IN" sz="1600" b="1" dirty="0"/>
              <a:t> chunks</a:t>
            </a:r>
            <a:r>
              <a:rPr lang="en-IN" sz="1600" dirty="0"/>
              <a:t>, uses </a:t>
            </a:r>
            <a:r>
              <a:rPr lang="en-IN" sz="1600" b="1" dirty="0"/>
              <a:t>800 </a:t>
            </a:r>
            <a:r>
              <a:rPr lang="en-IN" sz="1600" b="1" dirty="0" err="1"/>
              <a:t>ms</a:t>
            </a:r>
            <a:r>
              <a:rPr lang="en-IN" sz="1600" b="1" dirty="0"/>
              <a:t> </a:t>
            </a:r>
            <a:r>
              <a:rPr lang="en-IN" sz="1600" dirty="0"/>
              <a:t>pause-aware VAD, with </a:t>
            </a:r>
            <a:r>
              <a:rPr lang="en-IN" sz="1600" b="1" dirty="0" err="1"/>
              <a:t>IndicConformer</a:t>
            </a:r>
            <a:r>
              <a:rPr lang="en-IN" sz="1600" b="1" dirty="0"/>
              <a:t> STT + VITS TTS </a:t>
            </a:r>
            <a:r>
              <a:rPr lang="en-IN" sz="1600" dirty="0"/>
              <a:t>through </a:t>
            </a:r>
            <a:r>
              <a:rPr lang="en-IN" sz="1600" b="1" dirty="0"/>
              <a:t>sherpa-</a:t>
            </a:r>
            <a:r>
              <a:rPr lang="en-IN" sz="1600" b="1" dirty="0" err="1"/>
              <a:t>onnx</a:t>
            </a:r>
            <a:r>
              <a:rPr lang="en-IN" sz="1600" b="1" dirty="0"/>
              <a:t>. 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sz="1600" b="1" dirty="0"/>
              <a:t>Data &amp; Communication</a:t>
            </a:r>
            <a:r>
              <a:rPr lang="en-IN" sz="1600" dirty="0"/>
              <a:t>: Encodes speech text into compact </a:t>
            </a:r>
            <a:r>
              <a:rPr lang="en-IN" sz="1600" b="1" dirty="0" err="1"/>
              <a:t>Protobuf</a:t>
            </a:r>
            <a:r>
              <a:rPr lang="en-IN" sz="1600" dirty="0"/>
              <a:t> v3 frames and transmits via Wi-Fi Direct / WifiP2pManager, with </a:t>
            </a:r>
            <a:r>
              <a:rPr lang="en-IN" sz="1600" b="1" dirty="0"/>
              <a:t>Bluetooth RFCOMM fallback</a:t>
            </a:r>
            <a:r>
              <a:rPr lang="en-IN" sz="1600" dirty="0"/>
              <a:t>. </a:t>
            </a:r>
          </a:p>
          <a:p>
            <a:pPr marL="285750" lvl="0" indent="-285750">
              <a:buFont typeface="Wingdings" panose="05000000000000000000" pitchFamily="2" charset="2"/>
              <a:buChar char="v"/>
            </a:pPr>
            <a:r>
              <a:rPr lang="en-IN" sz="1600" b="1" dirty="0"/>
              <a:t>Android Software Stack</a:t>
            </a:r>
            <a:r>
              <a:rPr lang="en-IN" sz="1600" dirty="0"/>
              <a:t>: Built with </a:t>
            </a:r>
            <a:r>
              <a:rPr lang="en-IN" sz="1600" b="1" dirty="0"/>
              <a:t>Kotlin + Jetpack </a:t>
            </a:r>
            <a:r>
              <a:rPr lang="en-IN" sz="1600" dirty="0"/>
              <a:t>Compose, using MVVM/Clean Architecture, Coroutines, Room, </a:t>
            </a:r>
            <a:r>
              <a:rPr lang="en-IN" sz="1600" b="1" dirty="0" err="1"/>
              <a:t>DataStore</a:t>
            </a:r>
            <a:r>
              <a:rPr lang="en-IN" sz="1600" dirty="0"/>
              <a:t> and Foreground Service.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E5274EB-5E40-FDBA-A1CD-8D1F8375F30C}"/>
              </a:ext>
            </a:extLst>
          </p:cNvPr>
          <p:cNvCxnSpPr/>
          <p:nvPr/>
        </p:nvCxnSpPr>
        <p:spPr>
          <a:xfrm>
            <a:off x="4143375" y="1095375"/>
            <a:ext cx="0" cy="5105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oup 20">
            <a:extLst>
              <a:ext uri="{FF2B5EF4-FFF2-40B4-BE49-F238E27FC236}">
                <a16:creationId xmlns:a16="http://schemas.microsoft.com/office/drawing/2014/main" id="{2FE0F26B-88B1-C668-F937-91A711390312}"/>
              </a:ext>
            </a:extLst>
          </p:cNvPr>
          <p:cNvGrpSpPr/>
          <p:nvPr/>
        </p:nvGrpSpPr>
        <p:grpSpPr>
          <a:xfrm>
            <a:off x="7504981" y="1144500"/>
            <a:ext cx="4077419" cy="4055745"/>
            <a:chOff x="0" y="0"/>
            <a:chExt cx="9348204" cy="10216731"/>
          </a:xfrm>
        </p:grpSpPr>
        <p:grpSp>
          <p:nvGrpSpPr>
            <p:cNvPr id="9" name="Group 21">
              <a:extLst>
                <a:ext uri="{FF2B5EF4-FFF2-40B4-BE49-F238E27FC236}">
                  <a16:creationId xmlns:a16="http://schemas.microsoft.com/office/drawing/2014/main" id="{CB3236CB-0F0A-197A-BF09-0498FB1CD0F8}"/>
                </a:ext>
              </a:extLst>
            </p:cNvPr>
            <p:cNvGrpSpPr/>
            <p:nvPr/>
          </p:nvGrpSpPr>
          <p:grpSpPr>
            <a:xfrm>
              <a:off x="0" y="0"/>
              <a:ext cx="9348204" cy="10216731"/>
              <a:chOff x="0" y="0"/>
              <a:chExt cx="1846559" cy="2018244"/>
            </a:xfrm>
          </p:grpSpPr>
          <p:sp>
            <p:nvSpPr>
              <p:cNvPr id="16" name="Freeform 22">
                <a:extLst>
                  <a:ext uri="{FF2B5EF4-FFF2-40B4-BE49-F238E27FC236}">
                    <a16:creationId xmlns:a16="http://schemas.microsoft.com/office/drawing/2014/main" id="{34431135-8B00-0B06-ADD5-E1D743AD1509}"/>
                  </a:ext>
                </a:extLst>
              </p:cNvPr>
              <p:cNvSpPr/>
              <p:nvPr/>
            </p:nvSpPr>
            <p:spPr>
              <a:xfrm>
                <a:off x="0" y="0"/>
                <a:ext cx="1846559" cy="2018244"/>
              </a:xfrm>
              <a:custGeom>
                <a:avLst/>
                <a:gdLst/>
                <a:ahLst/>
                <a:cxnLst/>
                <a:rect l="l" t="t" r="r" b="b"/>
                <a:pathLst>
                  <a:path w="1846559" h="2018244">
                    <a:moveTo>
                      <a:pt x="1846559" y="110423"/>
                    </a:moveTo>
                    <a:lnTo>
                      <a:pt x="1846559" y="1907821"/>
                    </a:lnTo>
                    <a:cubicBezTo>
                      <a:pt x="1846559" y="1937107"/>
                      <a:pt x="1834925" y="1965194"/>
                      <a:pt x="1814217" y="1985902"/>
                    </a:cubicBezTo>
                    <a:cubicBezTo>
                      <a:pt x="1793508" y="2006610"/>
                      <a:pt x="1765422" y="2018244"/>
                      <a:pt x="1736136" y="2018244"/>
                    </a:cubicBezTo>
                    <a:lnTo>
                      <a:pt x="110423" y="2018244"/>
                    </a:lnTo>
                    <a:cubicBezTo>
                      <a:pt x="49438" y="2018244"/>
                      <a:pt x="0" y="1968806"/>
                      <a:pt x="0" y="1907821"/>
                    </a:cubicBezTo>
                    <a:lnTo>
                      <a:pt x="0" y="110423"/>
                    </a:lnTo>
                    <a:cubicBezTo>
                      <a:pt x="0" y="81137"/>
                      <a:pt x="11634" y="53050"/>
                      <a:pt x="32342" y="32342"/>
                    </a:cubicBezTo>
                    <a:cubicBezTo>
                      <a:pt x="53050" y="11634"/>
                      <a:pt x="81137" y="0"/>
                      <a:pt x="110423" y="0"/>
                    </a:cubicBezTo>
                    <a:lnTo>
                      <a:pt x="1736136" y="0"/>
                    </a:lnTo>
                    <a:cubicBezTo>
                      <a:pt x="1765422" y="0"/>
                      <a:pt x="1793508" y="11634"/>
                      <a:pt x="1814217" y="32342"/>
                    </a:cubicBezTo>
                    <a:cubicBezTo>
                      <a:pt x="1834925" y="53050"/>
                      <a:pt x="1846559" y="81137"/>
                      <a:pt x="1846559" y="110423"/>
                    </a:cubicBezTo>
                    <a:close/>
                  </a:path>
                </a:pathLst>
              </a:custGeom>
              <a:solidFill>
                <a:srgbClr val="000000"/>
              </a:solidFill>
              <a:ln cap="rnd">
                <a:noFill/>
                <a:prstDash val="solid"/>
                <a:round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7" name="TextBox 23">
                <a:extLst>
                  <a:ext uri="{FF2B5EF4-FFF2-40B4-BE49-F238E27FC236}">
                    <a16:creationId xmlns:a16="http://schemas.microsoft.com/office/drawing/2014/main" id="{BE85C934-48B8-B2C6-83B2-AC3A0A0F626D}"/>
                  </a:ext>
                </a:extLst>
              </p:cNvPr>
              <p:cNvSpPr txBox="1"/>
              <p:nvPr/>
            </p:nvSpPr>
            <p:spPr>
              <a:xfrm>
                <a:off x="0" y="-19050"/>
                <a:ext cx="1846559" cy="2037294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160"/>
                  </a:lnSpc>
                </a:pPr>
                <a:endParaRPr/>
              </a:p>
            </p:txBody>
          </p:sp>
        </p:grp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4671D147-5046-9E42-D060-B2E14A442EF0}"/>
                </a:ext>
              </a:extLst>
            </p:cNvPr>
            <p:cNvSpPr/>
            <p:nvPr/>
          </p:nvSpPr>
          <p:spPr>
            <a:xfrm>
              <a:off x="4732849" y="1043623"/>
              <a:ext cx="3933390" cy="8240342"/>
            </a:xfrm>
            <a:custGeom>
              <a:avLst/>
              <a:gdLst/>
              <a:ahLst/>
              <a:cxnLst/>
              <a:rect l="l" t="t" r="r" b="b"/>
              <a:pathLst>
                <a:path w="3933390" h="8240342">
                  <a:moveTo>
                    <a:pt x="0" y="0"/>
                  </a:moveTo>
                  <a:lnTo>
                    <a:pt x="3933390" y="0"/>
                  </a:lnTo>
                  <a:lnTo>
                    <a:pt x="3933390" y="8240342"/>
                  </a:lnTo>
                  <a:lnTo>
                    <a:pt x="0" y="82403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E1AE026A-1842-1599-14B8-45B5A425ED5B}"/>
                </a:ext>
              </a:extLst>
            </p:cNvPr>
            <p:cNvSpPr/>
            <p:nvPr/>
          </p:nvSpPr>
          <p:spPr>
            <a:xfrm>
              <a:off x="719275" y="1205200"/>
              <a:ext cx="3804286" cy="8078764"/>
            </a:xfrm>
            <a:custGeom>
              <a:avLst/>
              <a:gdLst/>
              <a:ahLst/>
              <a:cxnLst/>
              <a:rect l="l" t="t" r="r" b="b"/>
              <a:pathLst>
                <a:path w="3804286" h="8078764">
                  <a:moveTo>
                    <a:pt x="0" y="0"/>
                  </a:moveTo>
                  <a:lnTo>
                    <a:pt x="3804286" y="0"/>
                  </a:lnTo>
                  <a:lnTo>
                    <a:pt x="3804286" y="8078765"/>
                  </a:lnTo>
                  <a:lnTo>
                    <a:pt x="0" y="80787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IN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B9C15DE4-35C6-7EEB-A7FC-6451D9BDD30C}"/>
                </a:ext>
              </a:extLst>
            </p:cNvPr>
            <p:cNvSpPr/>
            <p:nvPr/>
          </p:nvSpPr>
          <p:spPr>
            <a:xfrm>
              <a:off x="2749268" y="507129"/>
              <a:ext cx="3967162" cy="8133790"/>
            </a:xfrm>
            <a:custGeom>
              <a:avLst/>
              <a:gdLst/>
              <a:ahLst/>
              <a:cxnLst/>
              <a:rect l="l" t="t" r="r" b="b"/>
              <a:pathLst>
                <a:path w="3967162" h="8133790">
                  <a:moveTo>
                    <a:pt x="0" y="0"/>
                  </a:moveTo>
                  <a:lnTo>
                    <a:pt x="3967162" y="0"/>
                  </a:lnTo>
                  <a:lnTo>
                    <a:pt x="3967162" y="8133790"/>
                  </a:lnTo>
                  <a:lnTo>
                    <a:pt x="0" y="81337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  <a:ln w="28575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IN"/>
            </a:p>
          </p:txBody>
        </p:sp>
      </p:grpSp>
      <p:graphicFrame>
        <p:nvGraphicFramePr>
          <p:cNvPr id="21" name="Diagram 20">
            <a:extLst>
              <a:ext uri="{FF2B5EF4-FFF2-40B4-BE49-F238E27FC236}">
                <a16:creationId xmlns:a16="http://schemas.microsoft.com/office/drawing/2014/main" id="{00990BFC-A702-2C84-A407-038CB920C59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25423642"/>
              </p:ext>
            </p:extLst>
          </p:nvPr>
        </p:nvGraphicFramePr>
        <p:xfrm>
          <a:off x="4398953" y="1106218"/>
          <a:ext cx="2808563" cy="49773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Strategies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Falcons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Falcons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Falcons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8238</TotalTime>
  <Words>530</Words>
  <Application>Microsoft Office PowerPoint</Application>
  <PresentationFormat>Widescreen</PresentationFormat>
  <Paragraphs>80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ITantra – Universal Communicator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Sarthak Patil</cp:lastModifiedBy>
  <cp:revision>149</cp:revision>
  <dcterms:created xsi:type="dcterms:W3CDTF">2013-12-12T18:46:50Z</dcterms:created>
  <dcterms:modified xsi:type="dcterms:W3CDTF">2026-09-06T18:28:22Z</dcterms:modified>
  <cp:category/>
</cp:coreProperties>
</file>